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3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6ABEFC-0AA0-4E19-9596-BCB9F791DE56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4E41B3-D856-43B6-A4F3-F5F72CE03ECE}">
      <dgm:prSet/>
      <dgm:spPr/>
      <dgm:t>
        <a:bodyPr/>
        <a:lstStyle/>
        <a:p>
          <a:r>
            <a:rPr lang="en-US"/>
            <a:t>Predict</a:t>
          </a:r>
        </a:p>
      </dgm:t>
    </dgm:pt>
    <dgm:pt modelId="{C1C0458F-4D72-45CC-9E47-525398EDA6F4}" type="parTrans" cxnId="{2F178208-B0BD-47DB-A135-67299E7C9961}">
      <dgm:prSet/>
      <dgm:spPr/>
      <dgm:t>
        <a:bodyPr/>
        <a:lstStyle/>
        <a:p>
          <a:endParaRPr lang="en-US"/>
        </a:p>
      </dgm:t>
    </dgm:pt>
    <dgm:pt modelId="{AAF18ECD-C432-458C-A37B-9F993930C795}" type="sibTrans" cxnId="{2F178208-B0BD-47DB-A135-67299E7C9961}">
      <dgm:prSet/>
      <dgm:spPr/>
      <dgm:t>
        <a:bodyPr/>
        <a:lstStyle/>
        <a:p>
          <a:endParaRPr lang="en-US"/>
        </a:p>
      </dgm:t>
    </dgm:pt>
    <dgm:pt modelId="{4696D2E6-7DC8-4E71-8FC7-8F4E2D05C6AA}">
      <dgm:prSet/>
      <dgm:spPr/>
      <dgm:t>
        <a:bodyPr/>
        <a:lstStyle/>
        <a:p>
          <a:r>
            <a:rPr lang="en-US"/>
            <a:t>Predict user movie preferences</a:t>
          </a:r>
        </a:p>
      </dgm:t>
    </dgm:pt>
    <dgm:pt modelId="{EE6E9928-4C62-4F61-AAA8-6B74E56FE8AE}" type="parTrans" cxnId="{436CB9DC-00F0-4D56-B750-D33A35350A85}">
      <dgm:prSet/>
      <dgm:spPr/>
      <dgm:t>
        <a:bodyPr/>
        <a:lstStyle/>
        <a:p>
          <a:endParaRPr lang="en-US"/>
        </a:p>
      </dgm:t>
    </dgm:pt>
    <dgm:pt modelId="{76F00F23-0A74-490D-8F53-5A4B82BF8897}" type="sibTrans" cxnId="{436CB9DC-00F0-4D56-B750-D33A35350A85}">
      <dgm:prSet/>
      <dgm:spPr/>
      <dgm:t>
        <a:bodyPr/>
        <a:lstStyle/>
        <a:p>
          <a:endParaRPr lang="en-US"/>
        </a:p>
      </dgm:t>
    </dgm:pt>
    <dgm:pt modelId="{8DD3B2AE-5997-4079-ADD5-BF3943003EB8}">
      <dgm:prSet/>
      <dgm:spPr/>
      <dgm:t>
        <a:bodyPr/>
        <a:lstStyle/>
        <a:p>
          <a:r>
            <a:rPr lang="en-US"/>
            <a:t>Compare</a:t>
          </a:r>
        </a:p>
      </dgm:t>
    </dgm:pt>
    <dgm:pt modelId="{4DF3168A-0EDD-46F3-9C13-D7D3991A1A91}" type="parTrans" cxnId="{F5CC23D9-8C13-4130-9DED-68446A83C343}">
      <dgm:prSet/>
      <dgm:spPr/>
      <dgm:t>
        <a:bodyPr/>
        <a:lstStyle/>
        <a:p>
          <a:endParaRPr lang="en-US"/>
        </a:p>
      </dgm:t>
    </dgm:pt>
    <dgm:pt modelId="{B28B26F2-BD57-4C43-8F45-9D97F284C27A}" type="sibTrans" cxnId="{F5CC23D9-8C13-4130-9DED-68446A83C343}">
      <dgm:prSet/>
      <dgm:spPr/>
      <dgm:t>
        <a:bodyPr/>
        <a:lstStyle/>
        <a:p>
          <a:endParaRPr lang="en-US"/>
        </a:p>
      </dgm:t>
    </dgm:pt>
    <dgm:pt modelId="{92AF537F-0A1C-442C-A253-46759DCDA577}">
      <dgm:prSet/>
      <dgm:spPr/>
      <dgm:t>
        <a:bodyPr/>
        <a:lstStyle/>
        <a:p>
          <a:r>
            <a:rPr lang="en-US"/>
            <a:t>Compare CF models</a:t>
          </a:r>
        </a:p>
      </dgm:t>
    </dgm:pt>
    <dgm:pt modelId="{E3FD6DF0-7431-4AF9-826E-6C5243039F7B}" type="parTrans" cxnId="{657779B6-94A5-4EFA-B53D-B148C5FB4587}">
      <dgm:prSet/>
      <dgm:spPr/>
      <dgm:t>
        <a:bodyPr/>
        <a:lstStyle/>
        <a:p>
          <a:endParaRPr lang="en-US"/>
        </a:p>
      </dgm:t>
    </dgm:pt>
    <dgm:pt modelId="{FCB114C1-59F0-489E-87EB-70C7071682A6}" type="sibTrans" cxnId="{657779B6-94A5-4EFA-B53D-B148C5FB4587}">
      <dgm:prSet/>
      <dgm:spPr/>
      <dgm:t>
        <a:bodyPr/>
        <a:lstStyle/>
        <a:p>
          <a:endParaRPr lang="en-US"/>
        </a:p>
      </dgm:t>
    </dgm:pt>
    <dgm:pt modelId="{FA9959AD-8AAE-45B8-AFAF-FC514F5E8ED8}">
      <dgm:prSet/>
      <dgm:spPr/>
      <dgm:t>
        <a:bodyPr/>
        <a:lstStyle/>
        <a:p>
          <a:r>
            <a:rPr lang="en-US"/>
            <a:t>Deploy</a:t>
          </a:r>
        </a:p>
      </dgm:t>
    </dgm:pt>
    <dgm:pt modelId="{F1DBE2AB-FF8B-4F6C-A499-0D5E5F8F58F2}" type="parTrans" cxnId="{AC69E185-EC8F-47A2-847D-0C604E9C4877}">
      <dgm:prSet/>
      <dgm:spPr/>
      <dgm:t>
        <a:bodyPr/>
        <a:lstStyle/>
        <a:p>
          <a:endParaRPr lang="en-US"/>
        </a:p>
      </dgm:t>
    </dgm:pt>
    <dgm:pt modelId="{BA65EC2E-A359-4B32-A835-A24F8DE709ED}" type="sibTrans" cxnId="{AC69E185-EC8F-47A2-847D-0C604E9C4877}">
      <dgm:prSet/>
      <dgm:spPr/>
      <dgm:t>
        <a:bodyPr/>
        <a:lstStyle/>
        <a:p>
          <a:endParaRPr lang="en-US"/>
        </a:p>
      </dgm:t>
    </dgm:pt>
    <dgm:pt modelId="{DC7EF789-CF7C-45E7-AEE5-5F00B7CDB0CB}">
      <dgm:prSet/>
      <dgm:spPr/>
      <dgm:t>
        <a:bodyPr/>
        <a:lstStyle/>
        <a:p>
          <a:r>
            <a:rPr lang="en-US"/>
            <a:t>Deploy full system</a:t>
          </a:r>
        </a:p>
      </dgm:t>
    </dgm:pt>
    <dgm:pt modelId="{85CD6435-4AF9-429A-A753-D3344DBDFBF1}" type="parTrans" cxnId="{A4F0A244-2521-4953-9E00-5D7C5BD4C37C}">
      <dgm:prSet/>
      <dgm:spPr/>
      <dgm:t>
        <a:bodyPr/>
        <a:lstStyle/>
        <a:p>
          <a:endParaRPr lang="en-US"/>
        </a:p>
      </dgm:t>
    </dgm:pt>
    <dgm:pt modelId="{8BC73D41-1A24-4BD0-AB04-E46907EC426A}" type="sibTrans" cxnId="{A4F0A244-2521-4953-9E00-5D7C5BD4C37C}">
      <dgm:prSet/>
      <dgm:spPr/>
      <dgm:t>
        <a:bodyPr/>
        <a:lstStyle/>
        <a:p>
          <a:endParaRPr lang="en-US"/>
        </a:p>
      </dgm:t>
    </dgm:pt>
    <dgm:pt modelId="{6C87EA34-6968-BA47-A9FD-D2E04489D130}" type="pres">
      <dgm:prSet presAssocID="{F26ABEFC-0AA0-4E19-9596-BCB9F791DE56}" presName="Name0" presStyleCnt="0">
        <dgm:presLayoutVars>
          <dgm:dir/>
          <dgm:animLvl val="lvl"/>
          <dgm:resizeHandles val="exact"/>
        </dgm:presLayoutVars>
      </dgm:prSet>
      <dgm:spPr/>
    </dgm:pt>
    <dgm:pt modelId="{D2A5B97E-2C27-0C4F-A873-A023BDC82D1C}" type="pres">
      <dgm:prSet presAssocID="{404E41B3-D856-43B6-A4F3-F5F72CE03ECE}" presName="linNode" presStyleCnt="0"/>
      <dgm:spPr/>
    </dgm:pt>
    <dgm:pt modelId="{228B2E70-4CBF-974B-8BA1-B86F5C091A0B}" type="pres">
      <dgm:prSet presAssocID="{404E41B3-D856-43B6-A4F3-F5F72CE03ECE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1705E8A4-B979-204E-AFB4-798DD4CDC481}" type="pres">
      <dgm:prSet presAssocID="{404E41B3-D856-43B6-A4F3-F5F72CE03ECE}" presName="descendantText" presStyleLbl="alignNode1" presStyleIdx="0" presStyleCnt="3">
        <dgm:presLayoutVars>
          <dgm:bulletEnabled/>
        </dgm:presLayoutVars>
      </dgm:prSet>
      <dgm:spPr/>
    </dgm:pt>
    <dgm:pt modelId="{13F1FD36-32E7-0F49-89BE-6EBB37818B32}" type="pres">
      <dgm:prSet presAssocID="{AAF18ECD-C432-458C-A37B-9F993930C795}" presName="sp" presStyleCnt="0"/>
      <dgm:spPr/>
    </dgm:pt>
    <dgm:pt modelId="{28A0871E-A790-8A4E-AC04-054D1AF89949}" type="pres">
      <dgm:prSet presAssocID="{8DD3B2AE-5997-4079-ADD5-BF3943003EB8}" presName="linNode" presStyleCnt="0"/>
      <dgm:spPr/>
    </dgm:pt>
    <dgm:pt modelId="{DC450690-D99E-BA4F-AFBF-4E55631D38E9}" type="pres">
      <dgm:prSet presAssocID="{8DD3B2AE-5997-4079-ADD5-BF3943003EB8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2D1363A8-C485-464D-B4D9-6985E0B275C4}" type="pres">
      <dgm:prSet presAssocID="{8DD3B2AE-5997-4079-ADD5-BF3943003EB8}" presName="descendantText" presStyleLbl="alignNode1" presStyleIdx="1" presStyleCnt="3">
        <dgm:presLayoutVars>
          <dgm:bulletEnabled/>
        </dgm:presLayoutVars>
      </dgm:prSet>
      <dgm:spPr/>
    </dgm:pt>
    <dgm:pt modelId="{359CD89B-84D5-FA4B-ABE9-75B45CE5934F}" type="pres">
      <dgm:prSet presAssocID="{B28B26F2-BD57-4C43-8F45-9D97F284C27A}" presName="sp" presStyleCnt="0"/>
      <dgm:spPr/>
    </dgm:pt>
    <dgm:pt modelId="{3DAD872F-87C3-2449-9B55-1C72BA195243}" type="pres">
      <dgm:prSet presAssocID="{FA9959AD-8AAE-45B8-AFAF-FC514F5E8ED8}" presName="linNode" presStyleCnt="0"/>
      <dgm:spPr/>
    </dgm:pt>
    <dgm:pt modelId="{ABCACF9D-155F-0440-A41B-23FEA90B256C}" type="pres">
      <dgm:prSet presAssocID="{FA9959AD-8AAE-45B8-AFAF-FC514F5E8ED8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D6BAF729-4CAD-1B4D-8037-5258A320FBBD}" type="pres">
      <dgm:prSet presAssocID="{FA9959AD-8AAE-45B8-AFAF-FC514F5E8ED8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2F178208-B0BD-47DB-A135-67299E7C9961}" srcId="{F26ABEFC-0AA0-4E19-9596-BCB9F791DE56}" destId="{404E41B3-D856-43B6-A4F3-F5F72CE03ECE}" srcOrd="0" destOrd="0" parTransId="{C1C0458F-4D72-45CC-9E47-525398EDA6F4}" sibTransId="{AAF18ECD-C432-458C-A37B-9F993930C795}"/>
    <dgm:cxn modelId="{4CEA913B-AFDF-114C-930A-E68F193E7EDB}" type="presOf" srcId="{404E41B3-D856-43B6-A4F3-F5F72CE03ECE}" destId="{228B2E70-4CBF-974B-8BA1-B86F5C091A0B}" srcOrd="0" destOrd="0" presId="urn:microsoft.com/office/officeart/2016/7/layout/VerticalHollowActionList"/>
    <dgm:cxn modelId="{A4F0A244-2521-4953-9E00-5D7C5BD4C37C}" srcId="{FA9959AD-8AAE-45B8-AFAF-FC514F5E8ED8}" destId="{DC7EF789-CF7C-45E7-AEE5-5F00B7CDB0CB}" srcOrd="0" destOrd="0" parTransId="{85CD6435-4AF9-429A-A753-D3344DBDFBF1}" sibTransId="{8BC73D41-1A24-4BD0-AB04-E46907EC426A}"/>
    <dgm:cxn modelId="{CEEA1F60-D586-E441-8556-EA52C584AC1D}" type="presOf" srcId="{8DD3B2AE-5997-4079-ADD5-BF3943003EB8}" destId="{DC450690-D99E-BA4F-AFBF-4E55631D38E9}" srcOrd="0" destOrd="0" presId="urn:microsoft.com/office/officeart/2016/7/layout/VerticalHollowActionList"/>
    <dgm:cxn modelId="{B1219A67-A767-E14A-AE05-8433DA83D36A}" type="presOf" srcId="{F26ABEFC-0AA0-4E19-9596-BCB9F791DE56}" destId="{6C87EA34-6968-BA47-A9FD-D2E04489D130}" srcOrd="0" destOrd="0" presId="urn:microsoft.com/office/officeart/2016/7/layout/VerticalHollowActionList"/>
    <dgm:cxn modelId="{AC69E185-EC8F-47A2-847D-0C604E9C4877}" srcId="{F26ABEFC-0AA0-4E19-9596-BCB9F791DE56}" destId="{FA9959AD-8AAE-45B8-AFAF-FC514F5E8ED8}" srcOrd="2" destOrd="0" parTransId="{F1DBE2AB-FF8B-4F6C-A499-0D5E5F8F58F2}" sibTransId="{BA65EC2E-A359-4B32-A835-A24F8DE709ED}"/>
    <dgm:cxn modelId="{648D0187-7428-D14E-8226-6B52D5193BF1}" type="presOf" srcId="{4696D2E6-7DC8-4E71-8FC7-8F4E2D05C6AA}" destId="{1705E8A4-B979-204E-AFB4-798DD4CDC481}" srcOrd="0" destOrd="0" presId="urn:microsoft.com/office/officeart/2016/7/layout/VerticalHollowActionList"/>
    <dgm:cxn modelId="{904E2389-DD98-FC49-A745-7605E16D01FE}" type="presOf" srcId="{92AF537F-0A1C-442C-A253-46759DCDA577}" destId="{2D1363A8-C485-464D-B4D9-6985E0B275C4}" srcOrd="0" destOrd="0" presId="urn:microsoft.com/office/officeart/2016/7/layout/VerticalHollowActionList"/>
    <dgm:cxn modelId="{657779B6-94A5-4EFA-B53D-B148C5FB4587}" srcId="{8DD3B2AE-5997-4079-ADD5-BF3943003EB8}" destId="{92AF537F-0A1C-442C-A253-46759DCDA577}" srcOrd="0" destOrd="0" parTransId="{E3FD6DF0-7431-4AF9-826E-6C5243039F7B}" sibTransId="{FCB114C1-59F0-489E-87EB-70C7071682A6}"/>
    <dgm:cxn modelId="{F5CC23D9-8C13-4130-9DED-68446A83C343}" srcId="{F26ABEFC-0AA0-4E19-9596-BCB9F791DE56}" destId="{8DD3B2AE-5997-4079-ADD5-BF3943003EB8}" srcOrd="1" destOrd="0" parTransId="{4DF3168A-0EDD-46F3-9C13-D7D3991A1A91}" sibTransId="{B28B26F2-BD57-4C43-8F45-9D97F284C27A}"/>
    <dgm:cxn modelId="{436CB9DC-00F0-4D56-B750-D33A35350A85}" srcId="{404E41B3-D856-43B6-A4F3-F5F72CE03ECE}" destId="{4696D2E6-7DC8-4E71-8FC7-8F4E2D05C6AA}" srcOrd="0" destOrd="0" parTransId="{EE6E9928-4C62-4F61-AAA8-6B74E56FE8AE}" sibTransId="{76F00F23-0A74-490D-8F53-5A4B82BF8897}"/>
    <dgm:cxn modelId="{C69A64E0-6E3C-2E47-8BDA-230D11A3D5B5}" type="presOf" srcId="{FA9959AD-8AAE-45B8-AFAF-FC514F5E8ED8}" destId="{ABCACF9D-155F-0440-A41B-23FEA90B256C}" srcOrd="0" destOrd="0" presId="urn:microsoft.com/office/officeart/2016/7/layout/VerticalHollowActionList"/>
    <dgm:cxn modelId="{BD2B47FD-8675-F842-83CF-9D0F3647C8E1}" type="presOf" srcId="{DC7EF789-CF7C-45E7-AEE5-5F00B7CDB0CB}" destId="{D6BAF729-4CAD-1B4D-8037-5258A320FBBD}" srcOrd="0" destOrd="0" presId="urn:microsoft.com/office/officeart/2016/7/layout/VerticalHollowActionList"/>
    <dgm:cxn modelId="{54ED5228-AF76-7A44-A6C0-8A545F657434}" type="presParOf" srcId="{6C87EA34-6968-BA47-A9FD-D2E04489D130}" destId="{D2A5B97E-2C27-0C4F-A873-A023BDC82D1C}" srcOrd="0" destOrd="0" presId="urn:microsoft.com/office/officeart/2016/7/layout/VerticalHollowActionList"/>
    <dgm:cxn modelId="{C7B3224A-11B4-E746-9F70-12DD4E716CE8}" type="presParOf" srcId="{D2A5B97E-2C27-0C4F-A873-A023BDC82D1C}" destId="{228B2E70-4CBF-974B-8BA1-B86F5C091A0B}" srcOrd="0" destOrd="0" presId="urn:microsoft.com/office/officeart/2016/7/layout/VerticalHollowActionList"/>
    <dgm:cxn modelId="{A57F1583-1E90-4649-B448-0F7C42079EC0}" type="presParOf" srcId="{D2A5B97E-2C27-0C4F-A873-A023BDC82D1C}" destId="{1705E8A4-B979-204E-AFB4-798DD4CDC481}" srcOrd="1" destOrd="0" presId="urn:microsoft.com/office/officeart/2016/7/layout/VerticalHollowActionList"/>
    <dgm:cxn modelId="{30097625-9251-3E43-97B9-079756A8594F}" type="presParOf" srcId="{6C87EA34-6968-BA47-A9FD-D2E04489D130}" destId="{13F1FD36-32E7-0F49-89BE-6EBB37818B32}" srcOrd="1" destOrd="0" presId="urn:microsoft.com/office/officeart/2016/7/layout/VerticalHollowActionList"/>
    <dgm:cxn modelId="{16E410DF-715D-8246-AC5A-ECB393EDA77D}" type="presParOf" srcId="{6C87EA34-6968-BA47-A9FD-D2E04489D130}" destId="{28A0871E-A790-8A4E-AC04-054D1AF89949}" srcOrd="2" destOrd="0" presId="urn:microsoft.com/office/officeart/2016/7/layout/VerticalHollowActionList"/>
    <dgm:cxn modelId="{1250D78A-B476-174C-A25D-CBAEDB343519}" type="presParOf" srcId="{28A0871E-A790-8A4E-AC04-054D1AF89949}" destId="{DC450690-D99E-BA4F-AFBF-4E55631D38E9}" srcOrd="0" destOrd="0" presId="urn:microsoft.com/office/officeart/2016/7/layout/VerticalHollowActionList"/>
    <dgm:cxn modelId="{09D1E128-D976-8347-90B0-20AAA37724EB}" type="presParOf" srcId="{28A0871E-A790-8A4E-AC04-054D1AF89949}" destId="{2D1363A8-C485-464D-B4D9-6985E0B275C4}" srcOrd="1" destOrd="0" presId="urn:microsoft.com/office/officeart/2016/7/layout/VerticalHollowActionList"/>
    <dgm:cxn modelId="{F5C236F2-22F2-B242-AA06-03037AB0C257}" type="presParOf" srcId="{6C87EA34-6968-BA47-A9FD-D2E04489D130}" destId="{359CD89B-84D5-FA4B-ABE9-75B45CE5934F}" srcOrd="3" destOrd="0" presId="urn:microsoft.com/office/officeart/2016/7/layout/VerticalHollowActionList"/>
    <dgm:cxn modelId="{F910A62C-92F4-0243-B532-CF4BFCBD95B9}" type="presParOf" srcId="{6C87EA34-6968-BA47-A9FD-D2E04489D130}" destId="{3DAD872F-87C3-2449-9B55-1C72BA195243}" srcOrd="4" destOrd="0" presId="urn:microsoft.com/office/officeart/2016/7/layout/VerticalHollowActionList"/>
    <dgm:cxn modelId="{7BF9BF1D-8179-0743-8995-78C40FE8AFA5}" type="presParOf" srcId="{3DAD872F-87C3-2449-9B55-1C72BA195243}" destId="{ABCACF9D-155F-0440-A41B-23FEA90B256C}" srcOrd="0" destOrd="0" presId="urn:microsoft.com/office/officeart/2016/7/layout/VerticalHollowActionList"/>
    <dgm:cxn modelId="{E13988F9-BB97-6D41-AD1D-3B7206B173F1}" type="presParOf" srcId="{3DAD872F-87C3-2449-9B55-1C72BA195243}" destId="{D6BAF729-4CAD-1B4D-8037-5258A320FBB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CBA0DB-EF65-4801-B33C-903183F93C53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FD8B12D-FE4A-437C-9197-4F87AA660541}">
      <dgm:prSet/>
      <dgm:spPr/>
      <dgm:t>
        <a:bodyPr/>
        <a:lstStyle/>
        <a:p>
          <a:r>
            <a:rPr lang="en-US"/>
            <a:t>100,836 ratings</a:t>
          </a:r>
        </a:p>
      </dgm:t>
    </dgm:pt>
    <dgm:pt modelId="{A23D58E9-5C2F-49BC-8C82-74FD54098C37}" type="parTrans" cxnId="{3E38373D-1A7D-48B4-94A4-F1E0E1984515}">
      <dgm:prSet/>
      <dgm:spPr/>
      <dgm:t>
        <a:bodyPr/>
        <a:lstStyle/>
        <a:p>
          <a:endParaRPr lang="en-US"/>
        </a:p>
      </dgm:t>
    </dgm:pt>
    <dgm:pt modelId="{D34D8997-C917-4F18-8424-82B8825B18CA}" type="sibTrans" cxnId="{3E38373D-1A7D-48B4-94A4-F1E0E1984515}">
      <dgm:prSet/>
      <dgm:spPr/>
      <dgm:t>
        <a:bodyPr/>
        <a:lstStyle/>
        <a:p>
          <a:endParaRPr lang="en-US"/>
        </a:p>
      </dgm:t>
    </dgm:pt>
    <dgm:pt modelId="{E1BFA0A9-7823-4E18-AF84-35211ED3CF1A}">
      <dgm:prSet/>
      <dgm:spPr/>
      <dgm:t>
        <a:bodyPr/>
        <a:lstStyle/>
        <a:p>
          <a:r>
            <a:rPr lang="en-US"/>
            <a:t>610 users</a:t>
          </a:r>
        </a:p>
      </dgm:t>
    </dgm:pt>
    <dgm:pt modelId="{02A75A7E-F97A-43F0-9203-D2447AAA5138}" type="parTrans" cxnId="{3130DA0A-1B65-4C24-BD06-097CB917F6EC}">
      <dgm:prSet/>
      <dgm:spPr/>
      <dgm:t>
        <a:bodyPr/>
        <a:lstStyle/>
        <a:p>
          <a:endParaRPr lang="en-US"/>
        </a:p>
      </dgm:t>
    </dgm:pt>
    <dgm:pt modelId="{F10A2B0E-D668-469C-AFB8-4C64B4AECAF2}" type="sibTrans" cxnId="{3130DA0A-1B65-4C24-BD06-097CB917F6EC}">
      <dgm:prSet/>
      <dgm:spPr/>
      <dgm:t>
        <a:bodyPr/>
        <a:lstStyle/>
        <a:p>
          <a:endParaRPr lang="en-US"/>
        </a:p>
      </dgm:t>
    </dgm:pt>
    <dgm:pt modelId="{20FE6D64-802F-4C7B-BDFB-2563E4184D90}">
      <dgm:prSet/>
      <dgm:spPr/>
      <dgm:t>
        <a:bodyPr/>
        <a:lstStyle/>
        <a:p>
          <a:r>
            <a:rPr lang="en-US"/>
            <a:t>9,700+ movies</a:t>
          </a:r>
        </a:p>
      </dgm:t>
    </dgm:pt>
    <dgm:pt modelId="{82DE6B12-CF18-4CA0-BF69-DA920103FC28}" type="parTrans" cxnId="{FAAC20BB-FD80-4A64-958E-22DAA8C3FB54}">
      <dgm:prSet/>
      <dgm:spPr/>
      <dgm:t>
        <a:bodyPr/>
        <a:lstStyle/>
        <a:p>
          <a:endParaRPr lang="en-US"/>
        </a:p>
      </dgm:t>
    </dgm:pt>
    <dgm:pt modelId="{CC8E11AF-F194-48A3-B66B-380D4B82F2E6}" type="sibTrans" cxnId="{FAAC20BB-FD80-4A64-958E-22DAA8C3FB54}">
      <dgm:prSet/>
      <dgm:spPr/>
      <dgm:t>
        <a:bodyPr/>
        <a:lstStyle/>
        <a:p>
          <a:endParaRPr lang="en-US"/>
        </a:p>
      </dgm:t>
    </dgm:pt>
    <dgm:pt modelId="{762BD783-816A-4C5F-B945-F51AB185B2D3}">
      <dgm:prSet/>
      <dgm:spPr/>
      <dgm:t>
        <a:bodyPr/>
        <a:lstStyle/>
        <a:p>
          <a:r>
            <a:rPr lang="en-US" dirty="0"/>
            <a:t>Sparse matrix</a:t>
          </a:r>
        </a:p>
      </dgm:t>
    </dgm:pt>
    <dgm:pt modelId="{127549E0-DB70-4CB7-B199-EBB134DCCAF7}" type="parTrans" cxnId="{95EBF259-223E-4B61-A484-95116EC26EC2}">
      <dgm:prSet/>
      <dgm:spPr/>
      <dgm:t>
        <a:bodyPr/>
        <a:lstStyle/>
        <a:p>
          <a:endParaRPr lang="en-US"/>
        </a:p>
      </dgm:t>
    </dgm:pt>
    <dgm:pt modelId="{14C3ED9E-CC97-4896-BF96-DA145D76E702}" type="sibTrans" cxnId="{95EBF259-223E-4B61-A484-95116EC26EC2}">
      <dgm:prSet/>
      <dgm:spPr/>
      <dgm:t>
        <a:bodyPr/>
        <a:lstStyle/>
        <a:p>
          <a:endParaRPr lang="en-US"/>
        </a:p>
      </dgm:t>
    </dgm:pt>
    <dgm:pt modelId="{7FDD189A-1E33-2043-A2B2-B45C5356DE6B}" type="pres">
      <dgm:prSet presAssocID="{FACBA0DB-EF65-4801-B33C-903183F93C53}" presName="diagram" presStyleCnt="0">
        <dgm:presLayoutVars>
          <dgm:dir/>
          <dgm:resizeHandles val="exact"/>
        </dgm:presLayoutVars>
      </dgm:prSet>
      <dgm:spPr/>
    </dgm:pt>
    <dgm:pt modelId="{F286C56F-A657-674D-A8EE-3BA8AAF1D0C3}" type="pres">
      <dgm:prSet presAssocID="{AFD8B12D-FE4A-437C-9197-4F87AA660541}" presName="node" presStyleLbl="node1" presStyleIdx="0" presStyleCnt="4">
        <dgm:presLayoutVars>
          <dgm:bulletEnabled val="1"/>
        </dgm:presLayoutVars>
      </dgm:prSet>
      <dgm:spPr/>
    </dgm:pt>
    <dgm:pt modelId="{9470CEEF-9D40-B841-9586-0C82C3E1DAF3}" type="pres">
      <dgm:prSet presAssocID="{D34D8997-C917-4F18-8424-82B8825B18CA}" presName="sibTrans" presStyleLbl="sibTrans2D1" presStyleIdx="0" presStyleCnt="3"/>
      <dgm:spPr/>
    </dgm:pt>
    <dgm:pt modelId="{A60D5D1D-DF48-0D4E-AE45-321780D09BE0}" type="pres">
      <dgm:prSet presAssocID="{D34D8997-C917-4F18-8424-82B8825B18CA}" presName="connectorText" presStyleLbl="sibTrans2D1" presStyleIdx="0" presStyleCnt="3"/>
      <dgm:spPr/>
    </dgm:pt>
    <dgm:pt modelId="{C9D4AFB8-3591-6E45-A28A-926F73D7940C}" type="pres">
      <dgm:prSet presAssocID="{E1BFA0A9-7823-4E18-AF84-35211ED3CF1A}" presName="node" presStyleLbl="node1" presStyleIdx="1" presStyleCnt="4">
        <dgm:presLayoutVars>
          <dgm:bulletEnabled val="1"/>
        </dgm:presLayoutVars>
      </dgm:prSet>
      <dgm:spPr/>
    </dgm:pt>
    <dgm:pt modelId="{9CA253E5-5F59-3A48-B396-A0CB1D8C338C}" type="pres">
      <dgm:prSet presAssocID="{F10A2B0E-D668-469C-AFB8-4C64B4AECAF2}" presName="sibTrans" presStyleLbl="sibTrans2D1" presStyleIdx="1" presStyleCnt="3"/>
      <dgm:spPr/>
    </dgm:pt>
    <dgm:pt modelId="{E0BDCAA3-466B-D34A-BF5A-3671987D9C71}" type="pres">
      <dgm:prSet presAssocID="{F10A2B0E-D668-469C-AFB8-4C64B4AECAF2}" presName="connectorText" presStyleLbl="sibTrans2D1" presStyleIdx="1" presStyleCnt="3"/>
      <dgm:spPr/>
    </dgm:pt>
    <dgm:pt modelId="{49225F01-B452-5644-B526-A065875E0685}" type="pres">
      <dgm:prSet presAssocID="{20FE6D64-802F-4C7B-BDFB-2563E4184D90}" presName="node" presStyleLbl="node1" presStyleIdx="2" presStyleCnt="4">
        <dgm:presLayoutVars>
          <dgm:bulletEnabled val="1"/>
        </dgm:presLayoutVars>
      </dgm:prSet>
      <dgm:spPr/>
    </dgm:pt>
    <dgm:pt modelId="{C85054F5-6EF1-E746-B8F6-59494DB9D02B}" type="pres">
      <dgm:prSet presAssocID="{CC8E11AF-F194-48A3-B66B-380D4B82F2E6}" presName="sibTrans" presStyleLbl="sibTrans2D1" presStyleIdx="2" presStyleCnt="3"/>
      <dgm:spPr/>
    </dgm:pt>
    <dgm:pt modelId="{C9C7F486-3BD1-7048-9CD6-369FE989AAE3}" type="pres">
      <dgm:prSet presAssocID="{CC8E11AF-F194-48A3-B66B-380D4B82F2E6}" presName="connectorText" presStyleLbl="sibTrans2D1" presStyleIdx="2" presStyleCnt="3"/>
      <dgm:spPr/>
    </dgm:pt>
    <dgm:pt modelId="{5D9D7EFF-AAD1-EA45-94D8-0FC9A87FC549}" type="pres">
      <dgm:prSet presAssocID="{762BD783-816A-4C5F-B945-F51AB185B2D3}" presName="node" presStyleLbl="node1" presStyleIdx="3" presStyleCnt="4">
        <dgm:presLayoutVars>
          <dgm:bulletEnabled val="1"/>
        </dgm:presLayoutVars>
      </dgm:prSet>
      <dgm:spPr/>
    </dgm:pt>
  </dgm:ptLst>
  <dgm:cxnLst>
    <dgm:cxn modelId="{3130DA0A-1B65-4C24-BD06-097CB917F6EC}" srcId="{FACBA0DB-EF65-4801-B33C-903183F93C53}" destId="{E1BFA0A9-7823-4E18-AF84-35211ED3CF1A}" srcOrd="1" destOrd="0" parTransId="{02A75A7E-F97A-43F0-9203-D2447AAA5138}" sibTransId="{F10A2B0E-D668-469C-AFB8-4C64B4AECAF2}"/>
    <dgm:cxn modelId="{7E450B0B-9DEF-FA44-A3AE-8C61524FAB9C}" type="presOf" srcId="{AFD8B12D-FE4A-437C-9197-4F87AA660541}" destId="{F286C56F-A657-674D-A8EE-3BA8AAF1D0C3}" srcOrd="0" destOrd="0" presId="urn:microsoft.com/office/officeart/2005/8/layout/process5"/>
    <dgm:cxn modelId="{F4FA6013-1DC1-2B47-9021-CE9E5BCD7AF3}" type="presOf" srcId="{F10A2B0E-D668-469C-AFB8-4C64B4AECAF2}" destId="{9CA253E5-5F59-3A48-B396-A0CB1D8C338C}" srcOrd="0" destOrd="0" presId="urn:microsoft.com/office/officeart/2005/8/layout/process5"/>
    <dgm:cxn modelId="{191C782A-69C7-F941-BE27-96F5C4346829}" type="presOf" srcId="{20FE6D64-802F-4C7B-BDFB-2563E4184D90}" destId="{49225F01-B452-5644-B526-A065875E0685}" srcOrd="0" destOrd="0" presId="urn:microsoft.com/office/officeart/2005/8/layout/process5"/>
    <dgm:cxn modelId="{1F62173B-2021-A64B-8290-45CC07376BD7}" type="presOf" srcId="{F10A2B0E-D668-469C-AFB8-4C64B4AECAF2}" destId="{E0BDCAA3-466B-D34A-BF5A-3671987D9C71}" srcOrd="1" destOrd="0" presId="urn:microsoft.com/office/officeart/2005/8/layout/process5"/>
    <dgm:cxn modelId="{2FE61D3D-AA3D-C644-85F5-DC51615F72A8}" type="presOf" srcId="{D34D8997-C917-4F18-8424-82B8825B18CA}" destId="{A60D5D1D-DF48-0D4E-AE45-321780D09BE0}" srcOrd="1" destOrd="0" presId="urn:microsoft.com/office/officeart/2005/8/layout/process5"/>
    <dgm:cxn modelId="{3E38373D-1A7D-48B4-94A4-F1E0E1984515}" srcId="{FACBA0DB-EF65-4801-B33C-903183F93C53}" destId="{AFD8B12D-FE4A-437C-9197-4F87AA660541}" srcOrd="0" destOrd="0" parTransId="{A23D58E9-5C2F-49BC-8C82-74FD54098C37}" sibTransId="{D34D8997-C917-4F18-8424-82B8825B18CA}"/>
    <dgm:cxn modelId="{95EBF259-223E-4B61-A484-95116EC26EC2}" srcId="{FACBA0DB-EF65-4801-B33C-903183F93C53}" destId="{762BD783-816A-4C5F-B945-F51AB185B2D3}" srcOrd="3" destOrd="0" parTransId="{127549E0-DB70-4CB7-B199-EBB134DCCAF7}" sibTransId="{14C3ED9E-CC97-4896-BF96-DA145D76E702}"/>
    <dgm:cxn modelId="{C001F682-EC22-3E4F-982B-AC3DE6A40DE3}" type="presOf" srcId="{762BD783-816A-4C5F-B945-F51AB185B2D3}" destId="{5D9D7EFF-AAD1-EA45-94D8-0FC9A87FC549}" srcOrd="0" destOrd="0" presId="urn:microsoft.com/office/officeart/2005/8/layout/process5"/>
    <dgm:cxn modelId="{920D1584-84A1-2149-965C-F63EBFF20C80}" type="presOf" srcId="{D34D8997-C917-4F18-8424-82B8825B18CA}" destId="{9470CEEF-9D40-B841-9586-0C82C3E1DAF3}" srcOrd="0" destOrd="0" presId="urn:microsoft.com/office/officeart/2005/8/layout/process5"/>
    <dgm:cxn modelId="{5D588184-9C58-E143-BD83-ECEB4D9EACCB}" type="presOf" srcId="{CC8E11AF-F194-48A3-B66B-380D4B82F2E6}" destId="{C9C7F486-3BD1-7048-9CD6-369FE989AAE3}" srcOrd="1" destOrd="0" presId="urn:microsoft.com/office/officeart/2005/8/layout/process5"/>
    <dgm:cxn modelId="{365FA197-6574-0549-9668-2A27DD0837ED}" type="presOf" srcId="{E1BFA0A9-7823-4E18-AF84-35211ED3CF1A}" destId="{C9D4AFB8-3591-6E45-A28A-926F73D7940C}" srcOrd="0" destOrd="0" presId="urn:microsoft.com/office/officeart/2005/8/layout/process5"/>
    <dgm:cxn modelId="{21282EA8-00EE-AF4E-B015-7B18C4E1128D}" type="presOf" srcId="{CC8E11AF-F194-48A3-B66B-380D4B82F2E6}" destId="{C85054F5-6EF1-E746-B8F6-59494DB9D02B}" srcOrd="0" destOrd="0" presId="urn:microsoft.com/office/officeart/2005/8/layout/process5"/>
    <dgm:cxn modelId="{FAAC20BB-FD80-4A64-958E-22DAA8C3FB54}" srcId="{FACBA0DB-EF65-4801-B33C-903183F93C53}" destId="{20FE6D64-802F-4C7B-BDFB-2563E4184D90}" srcOrd="2" destOrd="0" parTransId="{82DE6B12-CF18-4CA0-BF69-DA920103FC28}" sibTransId="{CC8E11AF-F194-48A3-B66B-380D4B82F2E6}"/>
    <dgm:cxn modelId="{D98BA4E9-8BB1-3247-8626-D11CF52CBE9C}" type="presOf" srcId="{FACBA0DB-EF65-4801-B33C-903183F93C53}" destId="{7FDD189A-1E33-2043-A2B2-B45C5356DE6B}" srcOrd="0" destOrd="0" presId="urn:microsoft.com/office/officeart/2005/8/layout/process5"/>
    <dgm:cxn modelId="{09BBAD44-885E-2247-902F-8D01E944899F}" type="presParOf" srcId="{7FDD189A-1E33-2043-A2B2-B45C5356DE6B}" destId="{F286C56F-A657-674D-A8EE-3BA8AAF1D0C3}" srcOrd="0" destOrd="0" presId="urn:microsoft.com/office/officeart/2005/8/layout/process5"/>
    <dgm:cxn modelId="{028F4216-4129-EF43-94FC-CAF3406014C5}" type="presParOf" srcId="{7FDD189A-1E33-2043-A2B2-B45C5356DE6B}" destId="{9470CEEF-9D40-B841-9586-0C82C3E1DAF3}" srcOrd="1" destOrd="0" presId="urn:microsoft.com/office/officeart/2005/8/layout/process5"/>
    <dgm:cxn modelId="{81D3D508-A893-A049-9473-315C290047AA}" type="presParOf" srcId="{9470CEEF-9D40-B841-9586-0C82C3E1DAF3}" destId="{A60D5D1D-DF48-0D4E-AE45-321780D09BE0}" srcOrd="0" destOrd="0" presId="urn:microsoft.com/office/officeart/2005/8/layout/process5"/>
    <dgm:cxn modelId="{0A331FDA-B06E-EA45-93B8-8721C21B8CE4}" type="presParOf" srcId="{7FDD189A-1E33-2043-A2B2-B45C5356DE6B}" destId="{C9D4AFB8-3591-6E45-A28A-926F73D7940C}" srcOrd="2" destOrd="0" presId="urn:microsoft.com/office/officeart/2005/8/layout/process5"/>
    <dgm:cxn modelId="{04F6A66C-6097-0649-9E73-93FEE2C424AD}" type="presParOf" srcId="{7FDD189A-1E33-2043-A2B2-B45C5356DE6B}" destId="{9CA253E5-5F59-3A48-B396-A0CB1D8C338C}" srcOrd="3" destOrd="0" presId="urn:microsoft.com/office/officeart/2005/8/layout/process5"/>
    <dgm:cxn modelId="{A226DDB3-BD1F-0B4D-9408-1D6272F5713A}" type="presParOf" srcId="{9CA253E5-5F59-3A48-B396-A0CB1D8C338C}" destId="{E0BDCAA3-466B-D34A-BF5A-3671987D9C71}" srcOrd="0" destOrd="0" presId="urn:microsoft.com/office/officeart/2005/8/layout/process5"/>
    <dgm:cxn modelId="{C5F57F2A-558E-A840-9C41-E28DAAF50757}" type="presParOf" srcId="{7FDD189A-1E33-2043-A2B2-B45C5356DE6B}" destId="{49225F01-B452-5644-B526-A065875E0685}" srcOrd="4" destOrd="0" presId="urn:microsoft.com/office/officeart/2005/8/layout/process5"/>
    <dgm:cxn modelId="{74468DB9-EF5A-5E49-A8A8-6B26094C7AC5}" type="presParOf" srcId="{7FDD189A-1E33-2043-A2B2-B45C5356DE6B}" destId="{C85054F5-6EF1-E746-B8F6-59494DB9D02B}" srcOrd="5" destOrd="0" presId="urn:microsoft.com/office/officeart/2005/8/layout/process5"/>
    <dgm:cxn modelId="{5A713421-3C27-2B43-8D81-CB33AB310A63}" type="presParOf" srcId="{C85054F5-6EF1-E746-B8F6-59494DB9D02B}" destId="{C9C7F486-3BD1-7048-9CD6-369FE989AAE3}" srcOrd="0" destOrd="0" presId="urn:microsoft.com/office/officeart/2005/8/layout/process5"/>
    <dgm:cxn modelId="{6D85F122-7AFF-0F42-99D4-49C2AB690B7A}" type="presParOf" srcId="{7FDD189A-1E33-2043-A2B2-B45C5356DE6B}" destId="{5D9D7EFF-AAD1-EA45-94D8-0FC9A87FC549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ECC83D-05C3-4C32-8586-D2B32B1C7CF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B9E21C-1010-45FD-A1BA-B61E70E01DCE}">
      <dgm:prSet/>
      <dgm:spPr/>
      <dgm:t>
        <a:bodyPr/>
        <a:lstStyle/>
        <a:p>
          <a:r>
            <a:rPr lang="en-US"/>
            <a:t>Cleaned data</a:t>
          </a:r>
        </a:p>
      </dgm:t>
    </dgm:pt>
    <dgm:pt modelId="{986D7C0D-FE0C-4183-81D1-E8F8D8ABC1C7}" type="parTrans" cxnId="{C21FC6E9-7342-4833-946F-DA6E88CE0288}">
      <dgm:prSet/>
      <dgm:spPr/>
      <dgm:t>
        <a:bodyPr/>
        <a:lstStyle/>
        <a:p>
          <a:endParaRPr lang="en-US"/>
        </a:p>
      </dgm:t>
    </dgm:pt>
    <dgm:pt modelId="{55C4AA79-E5B3-4B12-8C3F-A07F74707E8E}" type="sibTrans" cxnId="{C21FC6E9-7342-4833-946F-DA6E88CE0288}">
      <dgm:prSet/>
      <dgm:spPr/>
      <dgm:t>
        <a:bodyPr/>
        <a:lstStyle/>
        <a:p>
          <a:endParaRPr lang="en-US"/>
        </a:p>
      </dgm:t>
    </dgm:pt>
    <dgm:pt modelId="{29D0D03F-B8D9-4B7B-882B-5A609D09F410}">
      <dgm:prSet/>
      <dgm:spPr/>
      <dgm:t>
        <a:bodyPr/>
        <a:lstStyle/>
        <a:p>
          <a:r>
            <a:rPr lang="en-US" dirty="0"/>
            <a:t>Merged tables</a:t>
          </a:r>
        </a:p>
      </dgm:t>
    </dgm:pt>
    <dgm:pt modelId="{6D480BBB-9771-4CA9-ACF4-B1741D5C7DF0}" type="parTrans" cxnId="{05B63502-7F38-4689-82B3-50FB0F038CCE}">
      <dgm:prSet/>
      <dgm:spPr/>
      <dgm:t>
        <a:bodyPr/>
        <a:lstStyle/>
        <a:p>
          <a:endParaRPr lang="en-US"/>
        </a:p>
      </dgm:t>
    </dgm:pt>
    <dgm:pt modelId="{0F1FE992-A725-4219-AB6F-6CF78E9248C1}" type="sibTrans" cxnId="{05B63502-7F38-4689-82B3-50FB0F038CCE}">
      <dgm:prSet/>
      <dgm:spPr/>
      <dgm:t>
        <a:bodyPr/>
        <a:lstStyle/>
        <a:p>
          <a:endParaRPr lang="en-US"/>
        </a:p>
      </dgm:t>
    </dgm:pt>
    <dgm:pt modelId="{3A78F7DF-230D-46DA-86A4-16FD320FBDF5}">
      <dgm:prSet/>
      <dgm:spPr/>
      <dgm:t>
        <a:bodyPr/>
        <a:lstStyle/>
        <a:p>
          <a:r>
            <a:rPr lang="en-US"/>
            <a:t>One-hot genres</a:t>
          </a:r>
        </a:p>
      </dgm:t>
    </dgm:pt>
    <dgm:pt modelId="{228814E4-E0CB-4771-AE66-F1E8E66D190B}" type="parTrans" cxnId="{8BEFFE55-4025-4AB7-93A9-C45CF3659B83}">
      <dgm:prSet/>
      <dgm:spPr/>
      <dgm:t>
        <a:bodyPr/>
        <a:lstStyle/>
        <a:p>
          <a:endParaRPr lang="en-US"/>
        </a:p>
      </dgm:t>
    </dgm:pt>
    <dgm:pt modelId="{7779933E-1674-4030-9031-DDFAB9BA179F}" type="sibTrans" cxnId="{8BEFFE55-4025-4AB7-93A9-C45CF3659B83}">
      <dgm:prSet/>
      <dgm:spPr/>
      <dgm:t>
        <a:bodyPr/>
        <a:lstStyle/>
        <a:p>
          <a:endParaRPr lang="en-US"/>
        </a:p>
      </dgm:t>
    </dgm:pt>
    <dgm:pt modelId="{7990FAC8-DC2E-4665-828D-581858DB832E}">
      <dgm:prSet/>
      <dgm:spPr/>
      <dgm:t>
        <a:bodyPr/>
        <a:lstStyle/>
        <a:p>
          <a:r>
            <a:rPr lang="en-US"/>
            <a:t>Converted timestamps</a:t>
          </a:r>
        </a:p>
      </dgm:t>
    </dgm:pt>
    <dgm:pt modelId="{2215D0DB-3E85-4DDF-8CF1-8AFCB18DAAC0}" type="parTrans" cxnId="{77A28879-68C8-4A1E-93B0-63E9CAFD07AD}">
      <dgm:prSet/>
      <dgm:spPr/>
      <dgm:t>
        <a:bodyPr/>
        <a:lstStyle/>
        <a:p>
          <a:endParaRPr lang="en-US"/>
        </a:p>
      </dgm:t>
    </dgm:pt>
    <dgm:pt modelId="{ACD174E1-AB0D-45C9-B16B-50675C27F208}" type="sibTrans" cxnId="{77A28879-68C8-4A1E-93B0-63E9CAFD07AD}">
      <dgm:prSet/>
      <dgm:spPr/>
      <dgm:t>
        <a:bodyPr/>
        <a:lstStyle/>
        <a:p>
          <a:endParaRPr lang="en-US"/>
        </a:p>
      </dgm:t>
    </dgm:pt>
    <dgm:pt modelId="{E776ED42-17E8-DE4B-AE0F-8E52E8B3F091}" type="pres">
      <dgm:prSet presAssocID="{66ECC83D-05C3-4C32-8586-D2B32B1C7C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3F4105B-2673-644A-AB8F-D42559C4837D}" type="pres">
      <dgm:prSet presAssocID="{92B9E21C-1010-45FD-A1BA-B61E70E01DCE}" presName="hierRoot1" presStyleCnt="0"/>
      <dgm:spPr/>
    </dgm:pt>
    <dgm:pt modelId="{300F64B7-90AE-AD41-8CD6-8D7879A38DF8}" type="pres">
      <dgm:prSet presAssocID="{92B9E21C-1010-45FD-A1BA-B61E70E01DCE}" presName="composite" presStyleCnt="0"/>
      <dgm:spPr/>
    </dgm:pt>
    <dgm:pt modelId="{0A47F45C-F0CA-D343-9376-6563749ED9EF}" type="pres">
      <dgm:prSet presAssocID="{92B9E21C-1010-45FD-A1BA-B61E70E01DCE}" presName="background" presStyleLbl="node0" presStyleIdx="0" presStyleCnt="4"/>
      <dgm:spPr/>
    </dgm:pt>
    <dgm:pt modelId="{E53A2D37-0612-B24E-83DE-D4F8DB9492EA}" type="pres">
      <dgm:prSet presAssocID="{92B9E21C-1010-45FD-A1BA-B61E70E01DCE}" presName="text" presStyleLbl="fgAcc0" presStyleIdx="0" presStyleCnt="4">
        <dgm:presLayoutVars>
          <dgm:chPref val="3"/>
        </dgm:presLayoutVars>
      </dgm:prSet>
      <dgm:spPr/>
    </dgm:pt>
    <dgm:pt modelId="{051FB426-1CA6-2648-A326-CC211612FC5A}" type="pres">
      <dgm:prSet presAssocID="{92B9E21C-1010-45FD-A1BA-B61E70E01DCE}" presName="hierChild2" presStyleCnt="0"/>
      <dgm:spPr/>
    </dgm:pt>
    <dgm:pt modelId="{6884F156-D9FB-4A46-A485-B8107DEADF70}" type="pres">
      <dgm:prSet presAssocID="{29D0D03F-B8D9-4B7B-882B-5A609D09F410}" presName="hierRoot1" presStyleCnt="0"/>
      <dgm:spPr/>
    </dgm:pt>
    <dgm:pt modelId="{19EA7683-80B0-1246-872B-5F5F50319935}" type="pres">
      <dgm:prSet presAssocID="{29D0D03F-B8D9-4B7B-882B-5A609D09F410}" presName="composite" presStyleCnt="0"/>
      <dgm:spPr/>
    </dgm:pt>
    <dgm:pt modelId="{3E1B3A91-DEF1-7442-82D8-05D6E839C67F}" type="pres">
      <dgm:prSet presAssocID="{29D0D03F-B8D9-4B7B-882B-5A609D09F410}" presName="background" presStyleLbl="node0" presStyleIdx="1" presStyleCnt="4"/>
      <dgm:spPr/>
    </dgm:pt>
    <dgm:pt modelId="{0B51B5BB-64E6-7641-AC99-0CCD43C4A3B5}" type="pres">
      <dgm:prSet presAssocID="{29D0D03F-B8D9-4B7B-882B-5A609D09F410}" presName="text" presStyleLbl="fgAcc0" presStyleIdx="1" presStyleCnt="4">
        <dgm:presLayoutVars>
          <dgm:chPref val="3"/>
        </dgm:presLayoutVars>
      </dgm:prSet>
      <dgm:spPr/>
    </dgm:pt>
    <dgm:pt modelId="{F3DF3736-CC57-7F41-9173-85E9D78CB3B3}" type="pres">
      <dgm:prSet presAssocID="{29D0D03F-B8D9-4B7B-882B-5A609D09F410}" presName="hierChild2" presStyleCnt="0"/>
      <dgm:spPr/>
    </dgm:pt>
    <dgm:pt modelId="{A05F907F-86F5-E64D-8A7A-DD485A8CEAD2}" type="pres">
      <dgm:prSet presAssocID="{3A78F7DF-230D-46DA-86A4-16FD320FBDF5}" presName="hierRoot1" presStyleCnt="0"/>
      <dgm:spPr/>
    </dgm:pt>
    <dgm:pt modelId="{4D4D1C3F-0B02-3344-AD3E-C6F13FEB89D4}" type="pres">
      <dgm:prSet presAssocID="{3A78F7DF-230D-46DA-86A4-16FD320FBDF5}" presName="composite" presStyleCnt="0"/>
      <dgm:spPr/>
    </dgm:pt>
    <dgm:pt modelId="{C54E7188-3909-894E-8773-2024F77650C0}" type="pres">
      <dgm:prSet presAssocID="{3A78F7DF-230D-46DA-86A4-16FD320FBDF5}" presName="background" presStyleLbl="node0" presStyleIdx="2" presStyleCnt="4"/>
      <dgm:spPr/>
    </dgm:pt>
    <dgm:pt modelId="{86E894B4-9BF6-C048-8211-41BC7672E6B8}" type="pres">
      <dgm:prSet presAssocID="{3A78F7DF-230D-46DA-86A4-16FD320FBDF5}" presName="text" presStyleLbl="fgAcc0" presStyleIdx="2" presStyleCnt="4">
        <dgm:presLayoutVars>
          <dgm:chPref val="3"/>
        </dgm:presLayoutVars>
      </dgm:prSet>
      <dgm:spPr/>
    </dgm:pt>
    <dgm:pt modelId="{CD7AF64A-2FE2-5942-8C22-F66CB1E7537D}" type="pres">
      <dgm:prSet presAssocID="{3A78F7DF-230D-46DA-86A4-16FD320FBDF5}" presName="hierChild2" presStyleCnt="0"/>
      <dgm:spPr/>
    </dgm:pt>
    <dgm:pt modelId="{CF43C18D-5D92-E741-8A0E-06D926E39F4E}" type="pres">
      <dgm:prSet presAssocID="{7990FAC8-DC2E-4665-828D-581858DB832E}" presName="hierRoot1" presStyleCnt="0"/>
      <dgm:spPr/>
    </dgm:pt>
    <dgm:pt modelId="{C470073E-D2BC-A546-8B4A-FF95ED510943}" type="pres">
      <dgm:prSet presAssocID="{7990FAC8-DC2E-4665-828D-581858DB832E}" presName="composite" presStyleCnt="0"/>
      <dgm:spPr/>
    </dgm:pt>
    <dgm:pt modelId="{A2E2B9C8-CF2D-6F47-8C45-A1D800C2CAD4}" type="pres">
      <dgm:prSet presAssocID="{7990FAC8-DC2E-4665-828D-581858DB832E}" presName="background" presStyleLbl="node0" presStyleIdx="3" presStyleCnt="4"/>
      <dgm:spPr/>
    </dgm:pt>
    <dgm:pt modelId="{D9717A40-C033-4E4A-B5D7-9DB81B4B4DC6}" type="pres">
      <dgm:prSet presAssocID="{7990FAC8-DC2E-4665-828D-581858DB832E}" presName="text" presStyleLbl="fgAcc0" presStyleIdx="3" presStyleCnt="4">
        <dgm:presLayoutVars>
          <dgm:chPref val="3"/>
        </dgm:presLayoutVars>
      </dgm:prSet>
      <dgm:spPr/>
    </dgm:pt>
    <dgm:pt modelId="{40927F40-1511-8647-A584-1867CC7B9CD2}" type="pres">
      <dgm:prSet presAssocID="{7990FAC8-DC2E-4665-828D-581858DB832E}" presName="hierChild2" presStyleCnt="0"/>
      <dgm:spPr/>
    </dgm:pt>
  </dgm:ptLst>
  <dgm:cxnLst>
    <dgm:cxn modelId="{4081A000-24FE-F048-AFE2-ACF3B15C7EEC}" type="presOf" srcId="{29D0D03F-B8D9-4B7B-882B-5A609D09F410}" destId="{0B51B5BB-64E6-7641-AC99-0CCD43C4A3B5}" srcOrd="0" destOrd="0" presId="urn:microsoft.com/office/officeart/2005/8/layout/hierarchy1"/>
    <dgm:cxn modelId="{05B63502-7F38-4689-82B3-50FB0F038CCE}" srcId="{66ECC83D-05C3-4C32-8586-D2B32B1C7CFD}" destId="{29D0D03F-B8D9-4B7B-882B-5A609D09F410}" srcOrd="1" destOrd="0" parTransId="{6D480BBB-9771-4CA9-ACF4-B1741D5C7DF0}" sibTransId="{0F1FE992-A725-4219-AB6F-6CF78E9248C1}"/>
    <dgm:cxn modelId="{8BEFFE55-4025-4AB7-93A9-C45CF3659B83}" srcId="{66ECC83D-05C3-4C32-8586-D2B32B1C7CFD}" destId="{3A78F7DF-230D-46DA-86A4-16FD320FBDF5}" srcOrd="2" destOrd="0" parTransId="{228814E4-E0CB-4771-AE66-F1E8E66D190B}" sibTransId="{7779933E-1674-4030-9031-DDFAB9BA179F}"/>
    <dgm:cxn modelId="{48F56270-BAFC-C24D-9E90-543E87D5095B}" type="presOf" srcId="{66ECC83D-05C3-4C32-8586-D2B32B1C7CFD}" destId="{E776ED42-17E8-DE4B-AE0F-8E52E8B3F091}" srcOrd="0" destOrd="0" presId="urn:microsoft.com/office/officeart/2005/8/layout/hierarchy1"/>
    <dgm:cxn modelId="{77A28879-68C8-4A1E-93B0-63E9CAFD07AD}" srcId="{66ECC83D-05C3-4C32-8586-D2B32B1C7CFD}" destId="{7990FAC8-DC2E-4665-828D-581858DB832E}" srcOrd="3" destOrd="0" parTransId="{2215D0DB-3E85-4DDF-8CF1-8AFCB18DAAC0}" sibTransId="{ACD174E1-AB0D-45C9-B16B-50675C27F208}"/>
    <dgm:cxn modelId="{68344A82-0C68-A14E-89A2-FD8623770C85}" type="presOf" srcId="{92B9E21C-1010-45FD-A1BA-B61E70E01DCE}" destId="{E53A2D37-0612-B24E-83DE-D4F8DB9492EA}" srcOrd="0" destOrd="0" presId="urn:microsoft.com/office/officeart/2005/8/layout/hierarchy1"/>
    <dgm:cxn modelId="{FA025E97-8220-DE4A-ACC2-8D9940321E98}" type="presOf" srcId="{3A78F7DF-230D-46DA-86A4-16FD320FBDF5}" destId="{86E894B4-9BF6-C048-8211-41BC7672E6B8}" srcOrd="0" destOrd="0" presId="urn:microsoft.com/office/officeart/2005/8/layout/hierarchy1"/>
    <dgm:cxn modelId="{154190E5-9DA1-A244-8C14-9C877EACBAD7}" type="presOf" srcId="{7990FAC8-DC2E-4665-828D-581858DB832E}" destId="{D9717A40-C033-4E4A-B5D7-9DB81B4B4DC6}" srcOrd="0" destOrd="0" presId="urn:microsoft.com/office/officeart/2005/8/layout/hierarchy1"/>
    <dgm:cxn modelId="{C21FC6E9-7342-4833-946F-DA6E88CE0288}" srcId="{66ECC83D-05C3-4C32-8586-D2B32B1C7CFD}" destId="{92B9E21C-1010-45FD-A1BA-B61E70E01DCE}" srcOrd="0" destOrd="0" parTransId="{986D7C0D-FE0C-4183-81D1-E8F8D8ABC1C7}" sibTransId="{55C4AA79-E5B3-4B12-8C3F-A07F74707E8E}"/>
    <dgm:cxn modelId="{141A7ABC-F986-CD47-9220-478E0EBCC58A}" type="presParOf" srcId="{E776ED42-17E8-DE4B-AE0F-8E52E8B3F091}" destId="{C3F4105B-2673-644A-AB8F-D42559C4837D}" srcOrd="0" destOrd="0" presId="urn:microsoft.com/office/officeart/2005/8/layout/hierarchy1"/>
    <dgm:cxn modelId="{7922D59B-FA9D-3E45-8864-3CB44794D447}" type="presParOf" srcId="{C3F4105B-2673-644A-AB8F-D42559C4837D}" destId="{300F64B7-90AE-AD41-8CD6-8D7879A38DF8}" srcOrd="0" destOrd="0" presId="urn:microsoft.com/office/officeart/2005/8/layout/hierarchy1"/>
    <dgm:cxn modelId="{724E4F35-7504-3745-B824-32103B5EC4D3}" type="presParOf" srcId="{300F64B7-90AE-AD41-8CD6-8D7879A38DF8}" destId="{0A47F45C-F0CA-D343-9376-6563749ED9EF}" srcOrd="0" destOrd="0" presId="urn:microsoft.com/office/officeart/2005/8/layout/hierarchy1"/>
    <dgm:cxn modelId="{F027C096-DE03-5345-8905-111E53AEBC2E}" type="presParOf" srcId="{300F64B7-90AE-AD41-8CD6-8D7879A38DF8}" destId="{E53A2D37-0612-B24E-83DE-D4F8DB9492EA}" srcOrd="1" destOrd="0" presId="urn:microsoft.com/office/officeart/2005/8/layout/hierarchy1"/>
    <dgm:cxn modelId="{B7FAB631-0254-2F42-BB8E-E97DC1D9CC7B}" type="presParOf" srcId="{C3F4105B-2673-644A-AB8F-D42559C4837D}" destId="{051FB426-1CA6-2648-A326-CC211612FC5A}" srcOrd="1" destOrd="0" presId="urn:microsoft.com/office/officeart/2005/8/layout/hierarchy1"/>
    <dgm:cxn modelId="{8CD39B52-1FD8-7A4A-8920-ED209729A5D8}" type="presParOf" srcId="{E776ED42-17E8-DE4B-AE0F-8E52E8B3F091}" destId="{6884F156-D9FB-4A46-A485-B8107DEADF70}" srcOrd="1" destOrd="0" presId="urn:microsoft.com/office/officeart/2005/8/layout/hierarchy1"/>
    <dgm:cxn modelId="{75169607-E2AA-0C4F-BE57-3F6119C1E0BA}" type="presParOf" srcId="{6884F156-D9FB-4A46-A485-B8107DEADF70}" destId="{19EA7683-80B0-1246-872B-5F5F50319935}" srcOrd="0" destOrd="0" presId="urn:microsoft.com/office/officeart/2005/8/layout/hierarchy1"/>
    <dgm:cxn modelId="{0019E692-7673-3343-B750-0A7C6263498D}" type="presParOf" srcId="{19EA7683-80B0-1246-872B-5F5F50319935}" destId="{3E1B3A91-DEF1-7442-82D8-05D6E839C67F}" srcOrd="0" destOrd="0" presId="urn:microsoft.com/office/officeart/2005/8/layout/hierarchy1"/>
    <dgm:cxn modelId="{FFF8373F-24DA-8547-B911-92948047D660}" type="presParOf" srcId="{19EA7683-80B0-1246-872B-5F5F50319935}" destId="{0B51B5BB-64E6-7641-AC99-0CCD43C4A3B5}" srcOrd="1" destOrd="0" presId="urn:microsoft.com/office/officeart/2005/8/layout/hierarchy1"/>
    <dgm:cxn modelId="{75E4AE84-4FA7-AA44-B203-CDEF645F07C8}" type="presParOf" srcId="{6884F156-D9FB-4A46-A485-B8107DEADF70}" destId="{F3DF3736-CC57-7F41-9173-85E9D78CB3B3}" srcOrd="1" destOrd="0" presId="urn:microsoft.com/office/officeart/2005/8/layout/hierarchy1"/>
    <dgm:cxn modelId="{B84055EF-A0C3-1F47-A4F1-1AFC128204C8}" type="presParOf" srcId="{E776ED42-17E8-DE4B-AE0F-8E52E8B3F091}" destId="{A05F907F-86F5-E64D-8A7A-DD485A8CEAD2}" srcOrd="2" destOrd="0" presId="urn:microsoft.com/office/officeart/2005/8/layout/hierarchy1"/>
    <dgm:cxn modelId="{10F5903D-4B7D-AD42-8EAD-2DEB8E3979EF}" type="presParOf" srcId="{A05F907F-86F5-E64D-8A7A-DD485A8CEAD2}" destId="{4D4D1C3F-0B02-3344-AD3E-C6F13FEB89D4}" srcOrd="0" destOrd="0" presId="urn:microsoft.com/office/officeart/2005/8/layout/hierarchy1"/>
    <dgm:cxn modelId="{02C05286-509E-D64A-8DE8-7786A8D7AD8B}" type="presParOf" srcId="{4D4D1C3F-0B02-3344-AD3E-C6F13FEB89D4}" destId="{C54E7188-3909-894E-8773-2024F77650C0}" srcOrd="0" destOrd="0" presId="urn:microsoft.com/office/officeart/2005/8/layout/hierarchy1"/>
    <dgm:cxn modelId="{71D0BC03-05DF-504C-B96B-3C666BD03278}" type="presParOf" srcId="{4D4D1C3F-0B02-3344-AD3E-C6F13FEB89D4}" destId="{86E894B4-9BF6-C048-8211-41BC7672E6B8}" srcOrd="1" destOrd="0" presId="urn:microsoft.com/office/officeart/2005/8/layout/hierarchy1"/>
    <dgm:cxn modelId="{E1E689CB-0896-3544-8450-A035FCEE931E}" type="presParOf" srcId="{A05F907F-86F5-E64D-8A7A-DD485A8CEAD2}" destId="{CD7AF64A-2FE2-5942-8C22-F66CB1E7537D}" srcOrd="1" destOrd="0" presId="urn:microsoft.com/office/officeart/2005/8/layout/hierarchy1"/>
    <dgm:cxn modelId="{96219FE8-F00A-B246-9582-917BC7406C90}" type="presParOf" srcId="{E776ED42-17E8-DE4B-AE0F-8E52E8B3F091}" destId="{CF43C18D-5D92-E741-8A0E-06D926E39F4E}" srcOrd="3" destOrd="0" presId="urn:microsoft.com/office/officeart/2005/8/layout/hierarchy1"/>
    <dgm:cxn modelId="{8AAC299D-BA8E-5D4E-94FA-67188807403C}" type="presParOf" srcId="{CF43C18D-5D92-E741-8A0E-06D926E39F4E}" destId="{C470073E-D2BC-A546-8B4A-FF95ED510943}" srcOrd="0" destOrd="0" presId="urn:microsoft.com/office/officeart/2005/8/layout/hierarchy1"/>
    <dgm:cxn modelId="{088E198D-2ACD-F145-9EAE-8588BD918FCD}" type="presParOf" srcId="{C470073E-D2BC-A546-8B4A-FF95ED510943}" destId="{A2E2B9C8-CF2D-6F47-8C45-A1D800C2CAD4}" srcOrd="0" destOrd="0" presId="urn:microsoft.com/office/officeart/2005/8/layout/hierarchy1"/>
    <dgm:cxn modelId="{7DD0AE0D-83B2-2A4F-A2F1-AB712CA9BA69}" type="presParOf" srcId="{C470073E-D2BC-A546-8B4A-FF95ED510943}" destId="{D9717A40-C033-4E4A-B5D7-9DB81B4B4DC6}" srcOrd="1" destOrd="0" presId="urn:microsoft.com/office/officeart/2005/8/layout/hierarchy1"/>
    <dgm:cxn modelId="{E61F6A56-E23D-D14C-B624-4DA064A07E19}" type="presParOf" srcId="{CF43C18D-5D92-E741-8A0E-06D926E39F4E}" destId="{40927F40-1511-8647-A584-1867CC7B9CD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46FA28-27BE-4D7F-A0ED-46218B87C57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FCC734-A6FD-4FCC-898D-B375E87E1B56}">
      <dgm:prSet/>
      <dgm:spPr/>
      <dgm:t>
        <a:bodyPr/>
        <a:lstStyle/>
        <a:p>
          <a:r>
            <a:rPr lang="en-US"/>
            <a:t>Baseline</a:t>
          </a:r>
        </a:p>
      </dgm:t>
    </dgm:pt>
    <dgm:pt modelId="{B070989C-E100-4BD2-AAD6-120189100A38}" type="parTrans" cxnId="{E5E8A5ED-788A-4ADE-8D28-285523365907}">
      <dgm:prSet/>
      <dgm:spPr/>
      <dgm:t>
        <a:bodyPr/>
        <a:lstStyle/>
        <a:p>
          <a:endParaRPr lang="en-US"/>
        </a:p>
      </dgm:t>
    </dgm:pt>
    <dgm:pt modelId="{D7E19072-65B7-445B-A3CC-E015CA0138AE}" type="sibTrans" cxnId="{E5E8A5ED-788A-4ADE-8D28-285523365907}">
      <dgm:prSet/>
      <dgm:spPr/>
      <dgm:t>
        <a:bodyPr/>
        <a:lstStyle/>
        <a:p>
          <a:endParaRPr lang="en-US"/>
        </a:p>
      </dgm:t>
    </dgm:pt>
    <dgm:pt modelId="{007D31A6-341F-455D-A83E-2A8DA278973D}">
      <dgm:prSet/>
      <dgm:spPr/>
      <dgm:t>
        <a:bodyPr/>
        <a:lstStyle/>
        <a:p>
          <a:r>
            <a:rPr lang="en-US"/>
            <a:t>User-Based CF</a:t>
          </a:r>
        </a:p>
      </dgm:t>
    </dgm:pt>
    <dgm:pt modelId="{076ED975-1721-467C-87A6-8A46DE1CA250}" type="parTrans" cxnId="{AD4BAC30-A372-4E3C-A2CA-EAC410B0A9B7}">
      <dgm:prSet/>
      <dgm:spPr/>
      <dgm:t>
        <a:bodyPr/>
        <a:lstStyle/>
        <a:p>
          <a:endParaRPr lang="en-US"/>
        </a:p>
      </dgm:t>
    </dgm:pt>
    <dgm:pt modelId="{6FAFF6B9-64C0-4A2E-BCCB-42A4890B3900}" type="sibTrans" cxnId="{AD4BAC30-A372-4E3C-A2CA-EAC410B0A9B7}">
      <dgm:prSet/>
      <dgm:spPr/>
      <dgm:t>
        <a:bodyPr/>
        <a:lstStyle/>
        <a:p>
          <a:endParaRPr lang="en-US"/>
        </a:p>
      </dgm:t>
    </dgm:pt>
    <dgm:pt modelId="{C8BF8D2F-A7DC-427A-9790-864D9D210269}">
      <dgm:prSet/>
      <dgm:spPr/>
      <dgm:t>
        <a:bodyPr/>
        <a:lstStyle/>
        <a:p>
          <a:r>
            <a:rPr lang="en-US"/>
            <a:t>Item-Based CF</a:t>
          </a:r>
        </a:p>
      </dgm:t>
    </dgm:pt>
    <dgm:pt modelId="{14FC10B9-1890-472C-A246-865EE8E23004}" type="parTrans" cxnId="{BA2852ED-DD17-4D86-99F7-58B4AE78947B}">
      <dgm:prSet/>
      <dgm:spPr/>
      <dgm:t>
        <a:bodyPr/>
        <a:lstStyle/>
        <a:p>
          <a:endParaRPr lang="en-US"/>
        </a:p>
      </dgm:t>
    </dgm:pt>
    <dgm:pt modelId="{2A854582-B8C7-4F74-96C9-52694B19162F}" type="sibTrans" cxnId="{BA2852ED-DD17-4D86-99F7-58B4AE78947B}">
      <dgm:prSet/>
      <dgm:spPr/>
      <dgm:t>
        <a:bodyPr/>
        <a:lstStyle/>
        <a:p>
          <a:endParaRPr lang="en-US"/>
        </a:p>
      </dgm:t>
    </dgm:pt>
    <dgm:pt modelId="{8A6EC246-810B-5142-B455-41CB4C30ECB6}" type="pres">
      <dgm:prSet presAssocID="{2046FA28-27BE-4D7F-A0ED-46218B87C5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7A5EF7-EA3C-684D-A5EF-CEB1313BCCD9}" type="pres">
      <dgm:prSet presAssocID="{92FCC734-A6FD-4FCC-898D-B375E87E1B56}" presName="hierRoot1" presStyleCnt="0"/>
      <dgm:spPr/>
    </dgm:pt>
    <dgm:pt modelId="{52E4906B-E0E8-F44F-B80B-EFCCBBB84AA1}" type="pres">
      <dgm:prSet presAssocID="{92FCC734-A6FD-4FCC-898D-B375E87E1B56}" presName="composite" presStyleCnt="0"/>
      <dgm:spPr/>
    </dgm:pt>
    <dgm:pt modelId="{137EC421-F679-754D-ADDB-320AA4180F3C}" type="pres">
      <dgm:prSet presAssocID="{92FCC734-A6FD-4FCC-898D-B375E87E1B56}" presName="background" presStyleLbl="node0" presStyleIdx="0" presStyleCnt="3"/>
      <dgm:spPr/>
    </dgm:pt>
    <dgm:pt modelId="{CB0C0E99-A08B-0D4E-990A-2BE63B93FC28}" type="pres">
      <dgm:prSet presAssocID="{92FCC734-A6FD-4FCC-898D-B375E87E1B56}" presName="text" presStyleLbl="fgAcc0" presStyleIdx="0" presStyleCnt="3">
        <dgm:presLayoutVars>
          <dgm:chPref val="3"/>
        </dgm:presLayoutVars>
      </dgm:prSet>
      <dgm:spPr/>
    </dgm:pt>
    <dgm:pt modelId="{FCCA960C-3B04-F347-86C0-91D702ECA3FA}" type="pres">
      <dgm:prSet presAssocID="{92FCC734-A6FD-4FCC-898D-B375E87E1B56}" presName="hierChild2" presStyleCnt="0"/>
      <dgm:spPr/>
    </dgm:pt>
    <dgm:pt modelId="{4F347007-7EE0-504B-900A-E3170DC42EA1}" type="pres">
      <dgm:prSet presAssocID="{007D31A6-341F-455D-A83E-2A8DA278973D}" presName="hierRoot1" presStyleCnt="0"/>
      <dgm:spPr/>
    </dgm:pt>
    <dgm:pt modelId="{C4219ABE-92E8-6C44-AA00-96985488E195}" type="pres">
      <dgm:prSet presAssocID="{007D31A6-341F-455D-A83E-2A8DA278973D}" presName="composite" presStyleCnt="0"/>
      <dgm:spPr/>
    </dgm:pt>
    <dgm:pt modelId="{6E41AE9F-23BD-DD46-83C9-85F555320E83}" type="pres">
      <dgm:prSet presAssocID="{007D31A6-341F-455D-A83E-2A8DA278973D}" presName="background" presStyleLbl="node0" presStyleIdx="1" presStyleCnt="3"/>
      <dgm:spPr/>
    </dgm:pt>
    <dgm:pt modelId="{8382F9A6-7E95-CF48-819E-17B349AB5B40}" type="pres">
      <dgm:prSet presAssocID="{007D31A6-341F-455D-A83E-2A8DA278973D}" presName="text" presStyleLbl="fgAcc0" presStyleIdx="1" presStyleCnt="3">
        <dgm:presLayoutVars>
          <dgm:chPref val="3"/>
        </dgm:presLayoutVars>
      </dgm:prSet>
      <dgm:spPr/>
    </dgm:pt>
    <dgm:pt modelId="{8C9CECF8-0502-5D41-B844-21436B221180}" type="pres">
      <dgm:prSet presAssocID="{007D31A6-341F-455D-A83E-2A8DA278973D}" presName="hierChild2" presStyleCnt="0"/>
      <dgm:spPr/>
    </dgm:pt>
    <dgm:pt modelId="{B684AF1D-F067-7946-B758-5D1BF0CAB56F}" type="pres">
      <dgm:prSet presAssocID="{C8BF8D2F-A7DC-427A-9790-864D9D210269}" presName="hierRoot1" presStyleCnt="0"/>
      <dgm:spPr/>
    </dgm:pt>
    <dgm:pt modelId="{AA756072-1000-364D-A9AB-56C412D9E476}" type="pres">
      <dgm:prSet presAssocID="{C8BF8D2F-A7DC-427A-9790-864D9D210269}" presName="composite" presStyleCnt="0"/>
      <dgm:spPr/>
    </dgm:pt>
    <dgm:pt modelId="{67919C58-A80A-A145-8F41-C8B9865ED207}" type="pres">
      <dgm:prSet presAssocID="{C8BF8D2F-A7DC-427A-9790-864D9D210269}" presName="background" presStyleLbl="node0" presStyleIdx="2" presStyleCnt="3"/>
      <dgm:spPr/>
    </dgm:pt>
    <dgm:pt modelId="{2D65E409-B9AC-E64D-92C4-2735159FDC17}" type="pres">
      <dgm:prSet presAssocID="{C8BF8D2F-A7DC-427A-9790-864D9D210269}" presName="text" presStyleLbl="fgAcc0" presStyleIdx="2" presStyleCnt="3">
        <dgm:presLayoutVars>
          <dgm:chPref val="3"/>
        </dgm:presLayoutVars>
      </dgm:prSet>
      <dgm:spPr/>
    </dgm:pt>
    <dgm:pt modelId="{ED6E2A46-B98E-6B4B-8878-9B369D46DAE6}" type="pres">
      <dgm:prSet presAssocID="{C8BF8D2F-A7DC-427A-9790-864D9D210269}" presName="hierChild2" presStyleCnt="0"/>
      <dgm:spPr/>
    </dgm:pt>
  </dgm:ptLst>
  <dgm:cxnLst>
    <dgm:cxn modelId="{4612E50C-349A-5245-9500-5C3DC6DF022E}" type="presOf" srcId="{92FCC734-A6FD-4FCC-898D-B375E87E1B56}" destId="{CB0C0E99-A08B-0D4E-990A-2BE63B93FC28}" srcOrd="0" destOrd="0" presId="urn:microsoft.com/office/officeart/2005/8/layout/hierarchy1"/>
    <dgm:cxn modelId="{C6DD000D-1CD6-514A-97D4-0C2484C482B0}" type="presOf" srcId="{C8BF8D2F-A7DC-427A-9790-864D9D210269}" destId="{2D65E409-B9AC-E64D-92C4-2735159FDC17}" srcOrd="0" destOrd="0" presId="urn:microsoft.com/office/officeart/2005/8/layout/hierarchy1"/>
    <dgm:cxn modelId="{6D444E14-72AB-D347-AF5E-8535C70AC201}" type="presOf" srcId="{2046FA28-27BE-4D7F-A0ED-46218B87C57C}" destId="{8A6EC246-810B-5142-B455-41CB4C30ECB6}" srcOrd="0" destOrd="0" presId="urn:microsoft.com/office/officeart/2005/8/layout/hierarchy1"/>
    <dgm:cxn modelId="{AD4BAC30-A372-4E3C-A2CA-EAC410B0A9B7}" srcId="{2046FA28-27BE-4D7F-A0ED-46218B87C57C}" destId="{007D31A6-341F-455D-A83E-2A8DA278973D}" srcOrd="1" destOrd="0" parTransId="{076ED975-1721-467C-87A6-8A46DE1CA250}" sibTransId="{6FAFF6B9-64C0-4A2E-BCCB-42A4890B3900}"/>
    <dgm:cxn modelId="{256761E2-56C2-704E-98A3-401FB31BE4F6}" type="presOf" srcId="{007D31A6-341F-455D-A83E-2A8DA278973D}" destId="{8382F9A6-7E95-CF48-819E-17B349AB5B40}" srcOrd="0" destOrd="0" presId="urn:microsoft.com/office/officeart/2005/8/layout/hierarchy1"/>
    <dgm:cxn modelId="{BA2852ED-DD17-4D86-99F7-58B4AE78947B}" srcId="{2046FA28-27BE-4D7F-A0ED-46218B87C57C}" destId="{C8BF8D2F-A7DC-427A-9790-864D9D210269}" srcOrd="2" destOrd="0" parTransId="{14FC10B9-1890-472C-A246-865EE8E23004}" sibTransId="{2A854582-B8C7-4F74-96C9-52694B19162F}"/>
    <dgm:cxn modelId="{E5E8A5ED-788A-4ADE-8D28-285523365907}" srcId="{2046FA28-27BE-4D7F-A0ED-46218B87C57C}" destId="{92FCC734-A6FD-4FCC-898D-B375E87E1B56}" srcOrd="0" destOrd="0" parTransId="{B070989C-E100-4BD2-AAD6-120189100A38}" sibTransId="{D7E19072-65B7-445B-A3CC-E015CA0138AE}"/>
    <dgm:cxn modelId="{1F07B04A-CB37-444F-8056-583BBAE1CF80}" type="presParOf" srcId="{8A6EC246-810B-5142-B455-41CB4C30ECB6}" destId="{937A5EF7-EA3C-684D-A5EF-CEB1313BCCD9}" srcOrd="0" destOrd="0" presId="urn:microsoft.com/office/officeart/2005/8/layout/hierarchy1"/>
    <dgm:cxn modelId="{87C7C816-DE1B-A24D-BA74-330F0A4D5063}" type="presParOf" srcId="{937A5EF7-EA3C-684D-A5EF-CEB1313BCCD9}" destId="{52E4906B-E0E8-F44F-B80B-EFCCBBB84AA1}" srcOrd="0" destOrd="0" presId="urn:microsoft.com/office/officeart/2005/8/layout/hierarchy1"/>
    <dgm:cxn modelId="{895CF64A-BCB0-DA40-B493-7C426505EC2E}" type="presParOf" srcId="{52E4906B-E0E8-F44F-B80B-EFCCBBB84AA1}" destId="{137EC421-F679-754D-ADDB-320AA4180F3C}" srcOrd="0" destOrd="0" presId="urn:microsoft.com/office/officeart/2005/8/layout/hierarchy1"/>
    <dgm:cxn modelId="{9BC65706-BDE5-D54D-AF4D-286130071CA8}" type="presParOf" srcId="{52E4906B-E0E8-F44F-B80B-EFCCBBB84AA1}" destId="{CB0C0E99-A08B-0D4E-990A-2BE63B93FC28}" srcOrd="1" destOrd="0" presId="urn:microsoft.com/office/officeart/2005/8/layout/hierarchy1"/>
    <dgm:cxn modelId="{C5BC9F8C-0164-8540-9553-E96F72C3DB35}" type="presParOf" srcId="{937A5EF7-EA3C-684D-A5EF-CEB1313BCCD9}" destId="{FCCA960C-3B04-F347-86C0-91D702ECA3FA}" srcOrd="1" destOrd="0" presId="urn:microsoft.com/office/officeart/2005/8/layout/hierarchy1"/>
    <dgm:cxn modelId="{A6BEE0DA-BB1C-9C46-8BF2-340740B41A4B}" type="presParOf" srcId="{8A6EC246-810B-5142-B455-41CB4C30ECB6}" destId="{4F347007-7EE0-504B-900A-E3170DC42EA1}" srcOrd="1" destOrd="0" presId="urn:microsoft.com/office/officeart/2005/8/layout/hierarchy1"/>
    <dgm:cxn modelId="{5CE1071A-0E93-4447-AFF0-3BA250638DED}" type="presParOf" srcId="{4F347007-7EE0-504B-900A-E3170DC42EA1}" destId="{C4219ABE-92E8-6C44-AA00-96985488E195}" srcOrd="0" destOrd="0" presId="urn:microsoft.com/office/officeart/2005/8/layout/hierarchy1"/>
    <dgm:cxn modelId="{1E730F57-F35C-5C40-A1BC-636AA4CF8009}" type="presParOf" srcId="{C4219ABE-92E8-6C44-AA00-96985488E195}" destId="{6E41AE9F-23BD-DD46-83C9-85F555320E83}" srcOrd="0" destOrd="0" presId="urn:microsoft.com/office/officeart/2005/8/layout/hierarchy1"/>
    <dgm:cxn modelId="{3D738E81-5C6E-EB4A-A6C3-35E0BF4DA545}" type="presParOf" srcId="{C4219ABE-92E8-6C44-AA00-96985488E195}" destId="{8382F9A6-7E95-CF48-819E-17B349AB5B40}" srcOrd="1" destOrd="0" presId="urn:microsoft.com/office/officeart/2005/8/layout/hierarchy1"/>
    <dgm:cxn modelId="{86C243CF-20EE-5D43-8305-0C3CCA9DFC0D}" type="presParOf" srcId="{4F347007-7EE0-504B-900A-E3170DC42EA1}" destId="{8C9CECF8-0502-5D41-B844-21436B221180}" srcOrd="1" destOrd="0" presId="urn:microsoft.com/office/officeart/2005/8/layout/hierarchy1"/>
    <dgm:cxn modelId="{B18813D8-E10F-3C4B-8AC3-19C744D925B0}" type="presParOf" srcId="{8A6EC246-810B-5142-B455-41CB4C30ECB6}" destId="{B684AF1D-F067-7946-B758-5D1BF0CAB56F}" srcOrd="2" destOrd="0" presId="urn:microsoft.com/office/officeart/2005/8/layout/hierarchy1"/>
    <dgm:cxn modelId="{AB9560B6-3C58-B645-9C25-9EC2F4B2BFEE}" type="presParOf" srcId="{B684AF1D-F067-7946-B758-5D1BF0CAB56F}" destId="{AA756072-1000-364D-A9AB-56C412D9E476}" srcOrd="0" destOrd="0" presId="urn:microsoft.com/office/officeart/2005/8/layout/hierarchy1"/>
    <dgm:cxn modelId="{99C3A044-9DFC-7F43-A297-FC8B7E9B7772}" type="presParOf" srcId="{AA756072-1000-364D-A9AB-56C412D9E476}" destId="{67919C58-A80A-A145-8F41-C8B9865ED207}" srcOrd="0" destOrd="0" presId="urn:microsoft.com/office/officeart/2005/8/layout/hierarchy1"/>
    <dgm:cxn modelId="{594A7C83-B0E7-314B-A927-A2C1B3364D4E}" type="presParOf" srcId="{AA756072-1000-364D-A9AB-56C412D9E476}" destId="{2D65E409-B9AC-E64D-92C4-2735159FDC17}" srcOrd="1" destOrd="0" presId="urn:microsoft.com/office/officeart/2005/8/layout/hierarchy1"/>
    <dgm:cxn modelId="{F525FEA1-2FEC-1946-92A9-225503E98918}" type="presParOf" srcId="{B684AF1D-F067-7946-B758-5D1BF0CAB56F}" destId="{ED6E2A46-B98E-6B4B-8878-9B369D46DA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3FF953-E508-4D94-AD00-428514648C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E559CC-AB6D-4A88-BA79-DC51178767BD}">
      <dgm:prSet/>
      <dgm:spPr/>
      <dgm:t>
        <a:bodyPr/>
        <a:lstStyle/>
        <a:p>
          <a:r>
            <a:rPr lang="en-US"/>
            <a:t>React frontend</a:t>
          </a:r>
        </a:p>
      </dgm:t>
    </dgm:pt>
    <dgm:pt modelId="{045040F4-8761-499C-A172-F02ABB82D4D3}" type="parTrans" cxnId="{478115F2-CDD6-467E-B55F-EB1FAA1C9D4C}">
      <dgm:prSet/>
      <dgm:spPr/>
      <dgm:t>
        <a:bodyPr/>
        <a:lstStyle/>
        <a:p>
          <a:endParaRPr lang="en-US"/>
        </a:p>
      </dgm:t>
    </dgm:pt>
    <dgm:pt modelId="{75CA9240-3DFB-4E6E-A629-3AFDEF562447}" type="sibTrans" cxnId="{478115F2-CDD6-467E-B55F-EB1FAA1C9D4C}">
      <dgm:prSet/>
      <dgm:spPr/>
      <dgm:t>
        <a:bodyPr/>
        <a:lstStyle/>
        <a:p>
          <a:endParaRPr lang="en-US"/>
        </a:p>
      </dgm:t>
    </dgm:pt>
    <dgm:pt modelId="{341BD20B-A937-4276-8B0C-D91B44303FE6}">
      <dgm:prSet/>
      <dgm:spPr/>
      <dgm:t>
        <a:bodyPr/>
        <a:lstStyle/>
        <a:p>
          <a:r>
            <a:rPr lang="en-US"/>
            <a:t>Flask backend</a:t>
          </a:r>
        </a:p>
      </dgm:t>
    </dgm:pt>
    <dgm:pt modelId="{22F04FF9-C80F-4BCE-8943-EFD800208F7D}" type="parTrans" cxnId="{4A4E10AC-F0EF-4A07-82D9-70AE44FF76FE}">
      <dgm:prSet/>
      <dgm:spPr/>
      <dgm:t>
        <a:bodyPr/>
        <a:lstStyle/>
        <a:p>
          <a:endParaRPr lang="en-US"/>
        </a:p>
      </dgm:t>
    </dgm:pt>
    <dgm:pt modelId="{C0386DE1-29CD-4845-81F9-F33604A7886E}" type="sibTrans" cxnId="{4A4E10AC-F0EF-4A07-82D9-70AE44FF76FE}">
      <dgm:prSet/>
      <dgm:spPr/>
      <dgm:t>
        <a:bodyPr/>
        <a:lstStyle/>
        <a:p>
          <a:endParaRPr lang="en-US"/>
        </a:p>
      </dgm:t>
    </dgm:pt>
    <dgm:pt modelId="{B7B882B8-41A2-45C7-893C-903B86BF920E}">
      <dgm:prSet/>
      <dgm:spPr/>
      <dgm:t>
        <a:bodyPr/>
        <a:lstStyle/>
        <a:p>
          <a:r>
            <a:rPr lang="en-US"/>
            <a:t>MySQL DB</a:t>
          </a:r>
        </a:p>
      </dgm:t>
    </dgm:pt>
    <dgm:pt modelId="{3759CF6F-9668-4234-89FC-6F726A64F110}" type="parTrans" cxnId="{108BDA46-9526-480C-BC4E-40E42ECDB0F5}">
      <dgm:prSet/>
      <dgm:spPr/>
      <dgm:t>
        <a:bodyPr/>
        <a:lstStyle/>
        <a:p>
          <a:endParaRPr lang="en-US"/>
        </a:p>
      </dgm:t>
    </dgm:pt>
    <dgm:pt modelId="{7492B31B-A51A-4013-9335-7ABABE8D2B30}" type="sibTrans" cxnId="{108BDA46-9526-480C-BC4E-40E42ECDB0F5}">
      <dgm:prSet/>
      <dgm:spPr/>
      <dgm:t>
        <a:bodyPr/>
        <a:lstStyle/>
        <a:p>
          <a:endParaRPr lang="en-US"/>
        </a:p>
      </dgm:t>
    </dgm:pt>
    <dgm:pt modelId="{28EA5479-02FE-4C49-A5FF-F85453B70A9E}">
      <dgm:prSet/>
      <dgm:spPr/>
      <dgm:t>
        <a:bodyPr/>
        <a:lstStyle/>
        <a:p>
          <a:r>
            <a:rPr lang="en-US"/>
            <a:t>Cloud Run</a:t>
          </a:r>
        </a:p>
      </dgm:t>
    </dgm:pt>
    <dgm:pt modelId="{D31EC1C3-3E5E-4357-9419-C6E596BAC88E}" type="parTrans" cxnId="{0F3D1C2F-92B9-4134-A964-BD50B503E288}">
      <dgm:prSet/>
      <dgm:spPr/>
      <dgm:t>
        <a:bodyPr/>
        <a:lstStyle/>
        <a:p>
          <a:endParaRPr lang="en-US"/>
        </a:p>
      </dgm:t>
    </dgm:pt>
    <dgm:pt modelId="{AB7B94F1-EA2A-446D-9A4F-07F0D330F25E}" type="sibTrans" cxnId="{0F3D1C2F-92B9-4134-A964-BD50B503E288}">
      <dgm:prSet/>
      <dgm:spPr/>
      <dgm:t>
        <a:bodyPr/>
        <a:lstStyle/>
        <a:p>
          <a:endParaRPr lang="en-US"/>
        </a:p>
      </dgm:t>
    </dgm:pt>
    <dgm:pt modelId="{96B9EC53-5665-4006-8BC2-C23341CAB903}" type="pres">
      <dgm:prSet presAssocID="{6D3FF953-E508-4D94-AD00-428514648C11}" presName="root" presStyleCnt="0">
        <dgm:presLayoutVars>
          <dgm:dir/>
          <dgm:resizeHandles val="exact"/>
        </dgm:presLayoutVars>
      </dgm:prSet>
      <dgm:spPr/>
    </dgm:pt>
    <dgm:pt modelId="{AE91727F-7012-48BD-9E52-ADFF5FF38637}" type="pres">
      <dgm:prSet presAssocID="{D2E559CC-AB6D-4A88-BA79-DC51178767BD}" presName="compNode" presStyleCnt="0"/>
      <dgm:spPr/>
    </dgm:pt>
    <dgm:pt modelId="{055875FA-C045-4FC1-A038-8AC77A85330A}" type="pres">
      <dgm:prSet presAssocID="{D2E559CC-AB6D-4A88-BA79-DC51178767BD}" presName="bgRect" presStyleLbl="bgShp" presStyleIdx="0" presStyleCnt="4"/>
      <dgm:spPr/>
    </dgm:pt>
    <dgm:pt modelId="{09EA52B1-88DC-41D5-A1A1-5E525968A562}" type="pres">
      <dgm:prSet presAssocID="{D2E559CC-AB6D-4A88-BA79-DC51178767B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02AD08-6DC7-40DF-9421-E5E20D144867}" type="pres">
      <dgm:prSet presAssocID="{D2E559CC-AB6D-4A88-BA79-DC51178767BD}" presName="spaceRect" presStyleCnt="0"/>
      <dgm:spPr/>
    </dgm:pt>
    <dgm:pt modelId="{CDE5D339-EEA0-4441-B9D1-35F23D933020}" type="pres">
      <dgm:prSet presAssocID="{D2E559CC-AB6D-4A88-BA79-DC51178767BD}" presName="parTx" presStyleLbl="revTx" presStyleIdx="0" presStyleCnt="4">
        <dgm:presLayoutVars>
          <dgm:chMax val="0"/>
          <dgm:chPref val="0"/>
        </dgm:presLayoutVars>
      </dgm:prSet>
      <dgm:spPr/>
    </dgm:pt>
    <dgm:pt modelId="{472EF8E0-0F3D-4AEF-8CDB-A37121B1B2BF}" type="pres">
      <dgm:prSet presAssocID="{75CA9240-3DFB-4E6E-A629-3AFDEF562447}" presName="sibTrans" presStyleCnt="0"/>
      <dgm:spPr/>
    </dgm:pt>
    <dgm:pt modelId="{EB1F0C88-5437-481D-96D6-DFA8F6BF4FEA}" type="pres">
      <dgm:prSet presAssocID="{341BD20B-A937-4276-8B0C-D91B44303FE6}" presName="compNode" presStyleCnt="0"/>
      <dgm:spPr/>
    </dgm:pt>
    <dgm:pt modelId="{308C54CB-A1F8-4E75-851C-8BC82D38814F}" type="pres">
      <dgm:prSet presAssocID="{341BD20B-A937-4276-8B0C-D91B44303FE6}" presName="bgRect" presStyleLbl="bgShp" presStyleIdx="1" presStyleCnt="4"/>
      <dgm:spPr/>
    </dgm:pt>
    <dgm:pt modelId="{09D69462-C6D8-4FC3-8B34-2C41EDFDC696}" type="pres">
      <dgm:prSet presAssocID="{341BD20B-A937-4276-8B0C-D91B44303FE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207BE65-DE42-4661-B8A7-3118085FB4B0}" type="pres">
      <dgm:prSet presAssocID="{341BD20B-A937-4276-8B0C-D91B44303FE6}" presName="spaceRect" presStyleCnt="0"/>
      <dgm:spPr/>
    </dgm:pt>
    <dgm:pt modelId="{39F17116-0D61-4FB1-AD9E-4C09983C5315}" type="pres">
      <dgm:prSet presAssocID="{341BD20B-A937-4276-8B0C-D91B44303FE6}" presName="parTx" presStyleLbl="revTx" presStyleIdx="1" presStyleCnt="4">
        <dgm:presLayoutVars>
          <dgm:chMax val="0"/>
          <dgm:chPref val="0"/>
        </dgm:presLayoutVars>
      </dgm:prSet>
      <dgm:spPr/>
    </dgm:pt>
    <dgm:pt modelId="{48805138-0A2D-480F-8DC1-FF9102F9886A}" type="pres">
      <dgm:prSet presAssocID="{C0386DE1-29CD-4845-81F9-F33604A7886E}" presName="sibTrans" presStyleCnt="0"/>
      <dgm:spPr/>
    </dgm:pt>
    <dgm:pt modelId="{610FC1A6-0609-489C-979C-5A63C79E78DD}" type="pres">
      <dgm:prSet presAssocID="{B7B882B8-41A2-45C7-893C-903B86BF920E}" presName="compNode" presStyleCnt="0"/>
      <dgm:spPr/>
    </dgm:pt>
    <dgm:pt modelId="{6E79314F-FA6C-4398-83D4-9915A1C49091}" type="pres">
      <dgm:prSet presAssocID="{B7B882B8-41A2-45C7-893C-903B86BF920E}" presName="bgRect" presStyleLbl="bgShp" presStyleIdx="2" presStyleCnt="4"/>
      <dgm:spPr/>
    </dgm:pt>
    <dgm:pt modelId="{10C939B5-373C-4798-9B16-43BEBE7603A6}" type="pres">
      <dgm:prSet presAssocID="{B7B882B8-41A2-45C7-893C-903B86BF920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F1DC8DD-CAF7-4FB7-AA61-BF1BD6848448}" type="pres">
      <dgm:prSet presAssocID="{B7B882B8-41A2-45C7-893C-903B86BF920E}" presName="spaceRect" presStyleCnt="0"/>
      <dgm:spPr/>
    </dgm:pt>
    <dgm:pt modelId="{2379BE9C-E0DC-43F4-9DC5-E9EE6C157765}" type="pres">
      <dgm:prSet presAssocID="{B7B882B8-41A2-45C7-893C-903B86BF920E}" presName="parTx" presStyleLbl="revTx" presStyleIdx="2" presStyleCnt="4">
        <dgm:presLayoutVars>
          <dgm:chMax val="0"/>
          <dgm:chPref val="0"/>
        </dgm:presLayoutVars>
      </dgm:prSet>
      <dgm:spPr/>
    </dgm:pt>
    <dgm:pt modelId="{4229D3B3-B9D4-4474-A240-484624B5A7C0}" type="pres">
      <dgm:prSet presAssocID="{7492B31B-A51A-4013-9335-7ABABE8D2B30}" presName="sibTrans" presStyleCnt="0"/>
      <dgm:spPr/>
    </dgm:pt>
    <dgm:pt modelId="{B7208600-F151-4BE5-A893-6BD573F8C688}" type="pres">
      <dgm:prSet presAssocID="{28EA5479-02FE-4C49-A5FF-F85453B70A9E}" presName="compNode" presStyleCnt="0"/>
      <dgm:spPr/>
    </dgm:pt>
    <dgm:pt modelId="{1FE5BB6F-0CC5-4B49-9D8D-091A31896F8F}" type="pres">
      <dgm:prSet presAssocID="{28EA5479-02FE-4C49-A5FF-F85453B70A9E}" presName="bgRect" presStyleLbl="bgShp" presStyleIdx="3" presStyleCnt="4"/>
      <dgm:spPr/>
    </dgm:pt>
    <dgm:pt modelId="{1518AB7B-035E-4BD4-808C-14EE39B10AF3}" type="pres">
      <dgm:prSet presAssocID="{28EA5479-02FE-4C49-A5FF-F85453B70A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C43368E-E313-40B4-96B9-2B930D5BEA5A}" type="pres">
      <dgm:prSet presAssocID="{28EA5479-02FE-4C49-A5FF-F85453B70A9E}" presName="spaceRect" presStyleCnt="0"/>
      <dgm:spPr/>
    </dgm:pt>
    <dgm:pt modelId="{5C4D1361-5B7B-4981-86E3-56C4D3BE5BC3}" type="pres">
      <dgm:prSet presAssocID="{28EA5479-02FE-4C49-A5FF-F85453B70A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DFA3F0D-74F8-4E67-A875-E0BCA3704E22}" type="presOf" srcId="{28EA5479-02FE-4C49-A5FF-F85453B70A9E}" destId="{5C4D1361-5B7B-4981-86E3-56C4D3BE5BC3}" srcOrd="0" destOrd="0" presId="urn:microsoft.com/office/officeart/2018/2/layout/IconVerticalSolidList"/>
    <dgm:cxn modelId="{0F3D1C2F-92B9-4134-A964-BD50B503E288}" srcId="{6D3FF953-E508-4D94-AD00-428514648C11}" destId="{28EA5479-02FE-4C49-A5FF-F85453B70A9E}" srcOrd="3" destOrd="0" parTransId="{D31EC1C3-3E5E-4357-9419-C6E596BAC88E}" sibTransId="{AB7B94F1-EA2A-446D-9A4F-07F0D330F25E}"/>
    <dgm:cxn modelId="{C88B8245-EFC1-48EE-AB1F-97BAF4B06654}" type="presOf" srcId="{D2E559CC-AB6D-4A88-BA79-DC51178767BD}" destId="{CDE5D339-EEA0-4441-B9D1-35F23D933020}" srcOrd="0" destOrd="0" presId="urn:microsoft.com/office/officeart/2018/2/layout/IconVerticalSolidList"/>
    <dgm:cxn modelId="{108BDA46-9526-480C-BC4E-40E42ECDB0F5}" srcId="{6D3FF953-E508-4D94-AD00-428514648C11}" destId="{B7B882B8-41A2-45C7-893C-903B86BF920E}" srcOrd="2" destOrd="0" parTransId="{3759CF6F-9668-4234-89FC-6F726A64F110}" sibTransId="{7492B31B-A51A-4013-9335-7ABABE8D2B30}"/>
    <dgm:cxn modelId="{2C8D1455-349B-4D95-A2FA-B8213251F3EA}" type="presOf" srcId="{341BD20B-A937-4276-8B0C-D91B44303FE6}" destId="{39F17116-0D61-4FB1-AD9E-4C09983C5315}" srcOrd="0" destOrd="0" presId="urn:microsoft.com/office/officeart/2018/2/layout/IconVerticalSolidList"/>
    <dgm:cxn modelId="{7D0A245E-1E2A-494F-882A-07E77AE769DF}" type="presOf" srcId="{6D3FF953-E508-4D94-AD00-428514648C11}" destId="{96B9EC53-5665-4006-8BC2-C23341CAB903}" srcOrd="0" destOrd="0" presId="urn:microsoft.com/office/officeart/2018/2/layout/IconVerticalSolidList"/>
    <dgm:cxn modelId="{4A4E10AC-F0EF-4A07-82D9-70AE44FF76FE}" srcId="{6D3FF953-E508-4D94-AD00-428514648C11}" destId="{341BD20B-A937-4276-8B0C-D91B44303FE6}" srcOrd="1" destOrd="0" parTransId="{22F04FF9-C80F-4BCE-8943-EFD800208F7D}" sibTransId="{C0386DE1-29CD-4845-81F9-F33604A7886E}"/>
    <dgm:cxn modelId="{D84953DA-94D9-4A6B-9C7F-ED563456D968}" type="presOf" srcId="{B7B882B8-41A2-45C7-893C-903B86BF920E}" destId="{2379BE9C-E0DC-43F4-9DC5-E9EE6C157765}" srcOrd="0" destOrd="0" presId="urn:microsoft.com/office/officeart/2018/2/layout/IconVerticalSolidList"/>
    <dgm:cxn modelId="{478115F2-CDD6-467E-B55F-EB1FAA1C9D4C}" srcId="{6D3FF953-E508-4D94-AD00-428514648C11}" destId="{D2E559CC-AB6D-4A88-BA79-DC51178767BD}" srcOrd="0" destOrd="0" parTransId="{045040F4-8761-499C-A172-F02ABB82D4D3}" sibTransId="{75CA9240-3DFB-4E6E-A629-3AFDEF562447}"/>
    <dgm:cxn modelId="{97C70EB7-36ED-4533-83EE-930F58DF3EF9}" type="presParOf" srcId="{96B9EC53-5665-4006-8BC2-C23341CAB903}" destId="{AE91727F-7012-48BD-9E52-ADFF5FF38637}" srcOrd="0" destOrd="0" presId="urn:microsoft.com/office/officeart/2018/2/layout/IconVerticalSolidList"/>
    <dgm:cxn modelId="{90F1B5B8-16A7-4A2E-9C22-B67791445B66}" type="presParOf" srcId="{AE91727F-7012-48BD-9E52-ADFF5FF38637}" destId="{055875FA-C045-4FC1-A038-8AC77A85330A}" srcOrd="0" destOrd="0" presId="urn:microsoft.com/office/officeart/2018/2/layout/IconVerticalSolidList"/>
    <dgm:cxn modelId="{D7597CC2-A865-4102-AF3D-7754ED250606}" type="presParOf" srcId="{AE91727F-7012-48BD-9E52-ADFF5FF38637}" destId="{09EA52B1-88DC-41D5-A1A1-5E525968A562}" srcOrd="1" destOrd="0" presId="urn:microsoft.com/office/officeart/2018/2/layout/IconVerticalSolidList"/>
    <dgm:cxn modelId="{DE033D81-288F-4B0E-A19B-6E8DBE208979}" type="presParOf" srcId="{AE91727F-7012-48BD-9E52-ADFF5FF38637}" destId="{6702AD08-6DC7-40DF-9421-E5E20D144867}" srcOrd="2" destOrd="0" presId="urn:microsoft.com/office/officeart/2018/2/layout/IconVerticalSolidList"/>
    <dgm:cxn modelId="{B401FD0E-2FDB-45A1-AA51-B8797EBBF81A}" type="presParOf" srcId="{AE91727F-7012-48BD-9E52-ADFF5FF38637}" destId="{CDE5D339-EEA0-4441-B9D1-35F23D933020}" srcOrd="3" destOrd="0" presId="urn:microsoft.com/office/officeart/2018/2/layout/IconVerticalSolidList"/>
    <dgm:cxn modelId="{ECD4AE78-2842-43A9-B594-3A23DEEB0D3C}" type="presParOf" srcId="{96B9EC53-5665-4006-8BC2-C23341CAB903}" destId="{472EF8E0-0F3D-4AEF-8CDB-A37121B1B2BF}" srcOrd="1" destOrd="0" presId="urn:microsoft.com/office/officeart/2018/2/layout/IconVerticalSolidList"/>
    <dgm:cxn modelId="{85C48B8E-BB87-4D01-9D4B-BE46B2752E28}" type="presParOf" srcId="{96B9EC53-5665-4006-8BC2-C23341CAB903}" destId="{EB1F0C88-5437-481D-96D6-DFA8F6BF4FEA}" srcOrd="2" destOrd="0" presId="urn:microsoft.com/office/officeart/2018/2/layout/IconVerticalSolidList"/>
    <dgm:cxn modelId="{D740ACBF-1699-41AE-AC06-553E85747AED}" type="presParOf" srcId="{EB1F0C88-5437-481D-96D6-DFA8F6BF4FEA}" destId="{308C54CB-A1F8-4E75-851C-8BC82D38814F}" srcOrd="0" destOrd="0" presId="urn:microsoft.com/office/officeart/2018/2/layout/IconVerticalSolidList"/>
    <dgm:cxn modelId="{33AD10DF-923C-45EC-BFEC-3FFDD6FCFE6B}" type="presParOf" srcId="{EB1F0C88-5437-481D-96D6-DFA8F6BF4FEA}" destId="{09D69462-C6D8-4FC3-8B34-2C41EDFDC696}" srcOrd="1" destOrd="0" presId="urn:microsoft.com/office/officeart/2018/2/layout/IconVerticalSolidList"/>
    <dgm:cxn modelId="{CBB794F7-0C85-4ED4-AFB7-FC08757BCB19}" type="presParOf" srcId="{EB1F0C88-5437-481D-96D6-DFA8F6BF4FEA}" destId="{2207BE65-DE42-4661-B8A7-3118085FB4B0}" srcOrd="2" destOrd="0" presId="urn:microsoft.com/office/officeart/2018/2/layout/IconVerticalSolidList"/>
    <dgm:cxn modelId="{622FB459-23F1-49DA-A79E-0866E0D0354E}" type="presParOf" srcId="{EB1F0C88-5437-481D-96D6-DFA8F6BF4FEA}" destId="{39F17116-0D61-4FB1-AD9E-4C09983C5315}" srcOrd="3" destOrd="0" presId="urn:microsoft.com/office/officeart/2018/2/layout/IconVerticalSolidList"/>
    <dgm:cxn modelId="{25CB8F69-91BF-4F70-B12E-1AAD62FDF127}" type="presParOf" srcId="{96B9EC53-5665-4006-8BC2-C23341CAB903}" destId="{48805138-0A2D-480F-8DC1-FF9102F9886A}" srcOrd="3" destOrd="0" presId="urn:microsoft.com/office/officeart/2018/2/layout/IconVerticalSolidList"/>
    <dgm:cxn modelId="{0A87669F-620C-4CF3-843C-EC898F65BF21}" type="presParOf" srcId="{96B9EC53-5665-4006-8BC2-C23341CAB903}" destId="{610FC1A6-0609-489C-979C-5A63C79E78DD}" srcOrd="4" destOrd="0" presId="urn:microsoft.com/office/officeart/2018/2/layout/IconVerticalSolidList"/>
    <dgm:cxn modelId="{FF15F4A1-2C97-4215-B300-26D2D9D54456}" type="presParOf" srcId="{610FC1A6-0609-489C-979C-5A63C79E78DD}" destId="{6E79314F-FA6C-4398-83D4-9915A1C49091}" srcOrd="0" destOrd="0" presId="urn:microsoft.com/office/officeart/2018/2/layout/IconVerticalSolidList"/>
    <dgm:cxn modelId="{5D08643F-DFFE-4663-85CA-EF6615DB2EBB}" type="presParOf" srcId="{610FC1A6-0609-489C-979C-5A63C79E78DD}" destId="{10C939B5-373C-4798-9B16-43BEBE7603A6}" srcOrd="1" destOrd="0" presId="urn:microsoft.com/office/officeart/2018/2/layout/IconVerticalSolidList"/>
    <dgm:cxn modelId="{07585048-13F3-4674-BE62-223F17FC83BB}" type="presParOf" srcId="{610FC1A6-0609-489C-979C-5A63C79E78DD}" destId="{3F1DC8DD-CAF7-4FB7-AA61-BF1BD6848448}" srcOrd="2" destOrd="0" presId="urn:microsoft.com/office/officeart/2018/2/layout/IconVerticalSolidList"/>
    <dgm:cxn modelId="{BF28660E-509B-442D-9D52-2AC85C1F4A4E}" type="presParOf" srcId="{610FC1A6-0609-489C-979C-5A63C79E78DD}" destId="{2379BE9C-E0DC-43F4-9DC5-E9EE6C157765}" srcOrd="3" destOrd="0" presId="urn:microsoft.com/office/officeart/2018/2/layout/IconVerticalSolidList"/>
    <dgm:cxn modelId="{794F39E5-88AA-459C-B04E-0AA011356927}" type="presParOf" srcId="{96B9EC53-5665-4006-8BC2-C23341CAB903}" destId="{4229D3B3-B9D4-4474-A240-484624B5A7C0}" srcOrd="5" destOrd="0" presId="urn:microsoft.com/office/officeart/2018/2/layout/IconVerticalSolidList"/>
    <dgm:cxn modelId="{6E46FCA5-C720-45C9-8309-74E7E2003E8C}" type="presParOf" srcId="{96B9EC53-5665-4006-8BC2-C23341CAB903}" destId="{B7208600-F151-4BE5-A893-6BD573F8C688}" srcOrd="6" destOrd="0" presId="urn:microsoft.com/office/officeart/2018/2/layout/IconVerticalSolidList"/>
    <dgm:cxn modelId="{FCA16FD6-B931-4D2C-A0B5-4F6837557D0F}" type="presParOf" srcId="{B7208600-F151-4BE5-A893-6BD573F8C688}" destId="{1FE5BB6F-0CC5-4B49-9D8D-091A31896F8F}" srcOrd="0" destOrd="0" presId="urn:microsoft.com/office/officeart/2018/2/layout/IconVerticalSolidList"/>
    <dgm:cxn modelId="{7806B27D-B4E1-4D69-B833-A47607F15CFE}" type="presParOf" srcId="{B7208600-F151-4BE5-A893-6BD573F8C688}" destId="{1518AB7B-035E-4BD4-808C-14EE39B10AF3}" srcOrd="1" destOrd="0" presId="urn:microsoft.com/office/officeart/2018/2/layout/IconVerticalSolidList"/>
    <dgm:cxn modelId="{F36F030B-3074-48FE-8C2F-8F3C2ECBE2E1}" type="presParOf" srcId="{B7208600-F151-4BE5-A893-6BD573F8C688}" destId="{6C43368E-E313-40B4-96B9-2B930D5BEA5A}" srcOrd="2" destOrd="0" presId="urn:microsoft.com/office/officeart/2018/2/layout/IconVerticalSolidList"/>
    <dgm:cxn modelId="{B2AE50A5-82E4-4D33-9BDC-E7EB9670E3EB}" type="presParOf" srcId="{B7208600-F151-4BE5-A893-6BD573F8C688}" destId="{5C4D1361-5B7B-4981-86E3-56C4D3BE5B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5E8A4-B979-204E-AFB4-798DD4CDC481}">
      <dsp:nvSpPr>
        <dsp:cNvPr id="0" name=""/>
        <dsp:cNvSpPr/>
      </dsp:nvSpPr>
      <dsp:spPr>
        <a:xfrm>
          <a:off x="981780" y="1506"/>
          <a:ext cx="3927120" cy="154396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197" tIns="392167" rIns="76197" bIns="392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Predict user movie preferences</a:t>
          </a:r>
        </a:p>
      </dsp:txBody>
      <dsp:txXfrm>
        <a:off x="981780" y="1506"/>
        <a:ext cx="3927120" cy="1543964"/>
      </dsp:txXfrm>
    </dsp:sp>
    <dsp:sp modelId="{228B2E70-4CBF-974B-8BA1-B86F5C091A0B}">
      <dsp:nvSpPr>
        <dsp:cNvPr id="0" name=""/>
        <dsp:cNvSpPr/>
      </dsp:nvSpPr>
      <dsp:spPr>
        <a:xfrm>
          <a:off x="0" y="1506"/>
          <a:ext cx="981780" cy="15439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53" tIns="152509" rIns="51953" bIns="15250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Predict</a:t>
          </a:r>
        </a:p>
      </dsp:txBody>
      <dsp:txXfrm>
        <a:off x="0" y="1506"/>
        <a:ext cx="981780" cy="1543964"/>
      </dsp:txXfrm>
    </dsp:sp>
    <dsp:sp modelId="{2D1363A8-C485-464D-B4D9-6985E0B275C4}">
      <dsp:nvSpPr>
        <dsp:cNvPr id="0" name=""/>
        <dsp:cNvSpPr/>
      </dsp:nvSpPr>
      <dsp:spPr>
        <a:xfrm>
          <a:off x="981780" y="1638108"/>
          <a:ext cx="3927120" cy="1543964"/>
        </a:xfrm>
        <a:prstGeom prst="rect">
          <a:avLst/>
        </a:prstGeom>
        <a:gradFill rotWithShape="0">
          <a:gsLst>
            <a:gs pos="0">
              <a:schemeClr val="accent5">
                <a:hueOff val="-1002469"/>
                <a:satOff val="551"/>
                <a:lumOff val="2647"/>
                <a:alphaOff val="0"/>
                <a:tint val="98000"/>
                <a:lumMod val="100000"/>
              </a:schemeClr>
            </a:gs>
            <a:gs pos="100000">
              <a:schemeClr val="accent5">
                <a:hueOff val="-1002469"/>
                <a:satOff val="551"/>
                <a:lumOff val="2647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1002469"/>
              <a:satOff val="551"/>
              <a:lumOff val="264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197" tIns="392167" rIns="76197" bIns="392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CF models</a:t>
          </a:r>
        </a:p>
      </dsp:txBody>
      <dsp:txXfrm>
        <a:off x="981780" y="1638108"/>
        <a:ext cx="3927120" cy="1543964"/>
      </dsp:txXfrm>
    </dsp:sp>
    <dsp:sp modelId="{DC450690-D99E-BA4F-AFBF-4E55631D38E9}">
      <dsp:nvSpPr>
        <dsp:cNvPr id="0" name=""/>
        <dsp:cNvSpPr/>
      </dsp:nvSpPr>
      <dsp:spPr>
        <a:xfrm>
          <a:off x="0" y="1638108"/>
          <a:ext cx="981780" cy="15439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-1002469"/>
              <a:satOff val="551"/>
              <a:lumOff val="26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53" tIns="152509" rIns="51953" bIns="15250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Compare</a:t>
          </a:r>
        </a:p>
      </dsp:txBody>
      <dsp:txXfrm>
        <a:off x="0" y="1638108"/>
        <a:ext cx="981780" cy="1543964"/>
      </dsp:txXfrm>
    </dsp:sp>
    <dsp:sp modelId="{D6BAF729-4CAD-1B4D-8037-5258A320FBBD}">
      <dsp:nvSpPr>
        <dsp:cNvPr id="0" name=""/>
        <dsp:cNvSpPr/>
      </dsp:nvSpPr>
      <dsp:spPr>
        <a:xfrm>
          <a:off x="981780" y="3274711"/>
          <a:ext cx="3927120" cy="1543964"/>
        </a:xfrm>
        <a:prstGeom prst="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197" tIns="392167" rIns="76197" bIns="392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 full system</a:t>
          </a:r>
        </a:p>
      </dsp:txBody>
      <dsp:txXfrm>
        <a:off x="981780" y="3274711"/>
        <a:ext cx="3927120" cy="1543964"/>
      </dsp:txXfrm>
    </dsp:sp>
    <dsp:sp modelId="{ABCACF9D-155F-0440-A41B-23FEA90B256C}">
      <dsp:nvSpPr>
        <dsp:cNvPr id="0" name=""/>
        <dsp:cNvSpPr/>
      </dsp:nvSpPr>
      <dsp:spPr>
        <a:xfrm>
          <a:off x="0" y="3274711"/>
          <a:ext cx="981780" cy="15439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53" tIns="152509" rIns="51953" bIns="15250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Deploy</a:t>
          </a:r>
        </a:p>
      </dsp:txBody>
      <dsp:txXfrm>
        <a:off x="0" y="3274711"/>
        <a:ext cx="981780" cy="1543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6C56F-A657-674D-A8EE-3BA8AAF1D0C3}">
      <dsp:nvSpPr>
        <dsp:cNvPr id="0" name=""/>
        <dsp:cNvSpPr/>
      </dsp:nvSpPr>
      <dsp:spPr>
        <a:xfrm>
          <a:off x="182914" y="1318"/>
          <a:ext cx="1903352" cy="11420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100,836 ratings</a:t>
          </a:r>
        </a:p>
      </dsp:txBody>
      <dsp:txXfrm>
        <a:off x="216362" y="34766"/>
        <a:ext cx="1836456" cy="1075115"/>
      </dsp:txXfrm>
    </dsp:sp>
    <dsp:sp modelId="{9470CEEF-9D40-B841-9586-0C82C3E1DAF3}">
      <dsp:nvSpPr>
        <dsp:cNvPr id="0" name=""/>
        <dsp:cNvSpPr/>
      </dsp:nvSpPr>
      <dsp:spPr>
        <a:xfrm>
          <a:off x="2253761" y="336308"/>
          <a:ext cx="403510" cy="4720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253761" y="430714"/>
        <a:ext cx="282457" cy="283219"/>
      </dsp:txXfrm>
    </dsp:sp>
    <dsp:sp modelId="{C9D4AFB8-3591-6E45-A28A-926F73D7940C}">
      <dsp:nvSpPr>
        <dsp:cNvPr id="0" name=""/>
        <dsp:cNvSpPr/>
      </dsp:nvSpPr>
      <dsp:spPr>
        <a:xfrm>
          <a:off x="2847607" y="1318"/>
          <a:ext cx="1903352" cy="11420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610 users</a:t>
          </a:r>
        </a:p>
      </dsp:txBody>
      <dsp:txXfrm>
        <a:off x="2881055" y="34766"/>
        <a:ext cx="1836456" cy="1075115"/>
      </dsp:txXfrm>
    </dsp:sp>
    <dsp:sp modelId="{9CA253E5-5F59-3A48-B396-A0CB1D8C338C}">
      <dsp:nvSpPr>
        <dsp:cNvPr id="0" name=""/>
        <dsp:cNvSpPr/>
      </dsp:nvSpPr>
      <dsp:spPr>
        <a:xfrm>
          <a:off x="4918455" y="336308"/>
          <a:ext cx="403510" cy="4720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918455" y="430714"/>
        <a:ext cx="282457" cy="283219"/>
      </dsp:txXfrm>
    </dsp:sp>
    <dsp:sp modelId="{49225F01-B452-5644-B526-A065875E0685}">
      <dsp:nvSpPr>
        <dsp:cNvPr id="0" name=""/>
        <dsp:cNvSpPr/>
      </dsp:nvSpPr>
      <dsp:spPr>
        <a:xfrm>
          <a:off x="5512301" y="1318"/>
          <a:ext cx="1903352" cy="11420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9,700+ movies</a:t>
          </a:r>
        </a:p>
      </dsp:txBody>
      <dsp:txXfrm>
        <a:off x="5545749" y="34766"/>
        <a:ext cx="1836456" cy="1075115"/>
      </dsp:txXfrm>
    </dsp:sp>
    <dsp:sp modelId="{C85054F5-6EF1-E746-B8F6-59494DB9D02B}">
      <dsp:nvSpPr>
        <dsp:cNvPr id="0" name=""/>
        <dsp:cNvSpPr/>
      </dsp:nvSpPr>
      <dsp:spPr>
        <a:xfrm rot="5400000">
          <a:off x="6262221" y="1276564"/>
          <a:ext cx="403510" cy="4720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6322367" y="1310825"/>
        <a:ext cx="283219" cy="282457"/>
      </dsp:txXfrm>
    </dsp:sp>
    <dsp:sp modelId="{5D9D7EFF-AAD1-EA45-94D8-0FC9A87FC549}">
      <dsp:nvSpPr>
        <dsp:cNvPr id="0" name=""/>
        <dsp:cNvSpPr/>
      </dsp:nvSpPr>
      <dsp:spPr>
        <a:xfrm>
          <a:off x="5512301" y="1904670"/>
          <a:ext cx="1903352" cy="11420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Sparse matrix</a:t>
          </a:r>
        </a:p>
      </dsp:txBody>
      <dsp:txXfrm>
        <a:off x="5545749" y="1938118"/>
        <a:ext cx="1836456" cy="1075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7F45C-F0CA-D343-9376-6563749ED9EF}">
      <dsp:nvSpPr>
        <dsp:cNvPr id="0" name=""/>
        <dsp:cNvSpPr/>
      </dsp:nvSpPr>
      <dsp:spPr>
        <a:xfrm>
          <a:off x="2226" y="1103855"/>
          <a:ext cx="1589466" cy="10093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A2D37-0612-B24E-83DE-D4F8DB9492EA}">
      <dsp:nvSpPr>
        <dsp:cNvPr id="0" name=""/>
        <dsp:cNvSpPr/>
      </dsp:nvSpPr>
      <dsp:spPr>
        <a:xfrm>
          <a:off x="178833" y="1271632"/>
          <a:ext cx="1589466" cy="1009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Cleaned data</a:t>
          </a:r>
        </a:p>
      </dsp:txBody>
      <dsp:txXfrm>
        <a:off x="208395" y="1301194"/>
        <a:ext cx="1530342" cy="950186"/>
      </dsp:txXfrm>
    </dsp:sp>
    <dsp:sp modelId="{3E1B3A91-DEF1-7442-82D8-05D6E839C67F}">
      <dsp:nvSpPr>
        <dsp:cNvPr id="0" name=""/>
        <dsp:cNvSpPr/>
      </dsp:nvSpPr>
      <dsp:spPr>
        <a:xfrm>
          <a:off x="1944906" y="1103855"/>
          <a:ext cx="1589466" cy="10093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1B5BB-64E6-7641-AC99-0CCD43C4A3B5}">
      <dsp:nvSpPr>
        <dsp:cNvPr id="0" name=""/>
        <dsp:cNvSpPr/>
      </dsp:nvSpPr>
      <dsp:spPr>
        <a:xfrm>
          <a:off x="2121514" y="1271632"/>
          <a:ext cx="1589466" cy="1009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Merged tables</a:t>
          </a:r>
        </a:p>
      </dsp:txBody>
      <dsp:txXfrm>
        <a:off x="2151076" y="1301194"/>
        <a:ext cx="1530342" cy="950186"/>
      </dsp:txXfrm>
    </dsp:sp>
    <dsp:sp modelId="{C54E7188-3909-894E-8773-2024F77650C0}">
      <dsp:nvSpPr>
        <dsp:cNvPr id="0" name=""/>
        <dsp:cNvSpPr/>
      </dsp:nvSpPr>
      <dsp:spPr>
        <a:xfrm>
          <a:off x="3887587" y="1103855"/>
          <a:ext cx="1589466" cy="10093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894B4-9BF6-C048-8211-41BC7672E6B8}">
      <dsp:nvSpPr>
        <dsp:cNvPr id="0" name=""/>
        <dsp:cNvSpPr/>
      </dsp:nvSpPr>
      <dsp:spPr>
        <a:xfrm>
          <a:off x="4064195" y="1271632"/>
          <a:ext cx="1589466" cy="1009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One-hot genres</a:t>
          </a:r>
        </a:p>
      </dsp:txBody>
      <dsp:txXfrm>
        <a:off x="4093757" y="1301194"/>
        <a:ext cx="1530342" cy="950186"/>
      </dsp:txXfrm>
    </dsp:sp>
    <dsp:sp modelId="{A2E2B9C8-CF2D-6F47-8C45-A1D800C2CAD4}">
      <dsp:nvSpPr>
        <dsp:cNvPr id="0" name=""/>
        <dsp:cNvSpPr/>
      </dsp:nvSpPr>
      <dsp:spPr>
        <a:xfrm>
          <a:off x="5830268" y="1103855"/>
          <a:ext cx="1589466" cy="10093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17A40-C033-4E4A-B5D7-9DB81B4B4DC6}">
      <dsp:nvSpPr>
        <dsp:cNvPr id="0" name=""/>
        <dsp:cNvSpPr/>
      </dsp:nvSpPr>
      <dsp:spPr>
        <a:xfrm>
          <a:off x="6006875" y="1271632"/>
          <a:ext cx="1589466" cy="1009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Converted timestamps</a:t>
          </a:r>
        </a:p>
      </dsp:txBody>
      <dsp:txXfrm>
        <a:off x="6036437" y="1301194"/>
        <a:ext cx="1530342" cy="9501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EC421-F679-754D-ADDB-320AA4180F3C}">
      <dsp:nvSpPr>
        <dsp:cNvPr id="0" name=""/>
        <dsp:cNvSpPr/>
      </dsp:nvSpPr>
      <dsp:spPr>
        <a:xfrm>
          <a:off x="0" y="901079"/>
          <a:ext cx="2137097" cy="1357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C0E99-A08B-0D4E-990A-2BE63B93FC28}">
      <dsp:nvSpPr>
        <dsp:cNvPr id="0" name=""/>
        <dsp:cNvSpPr/>
      </dsp:nvSpPr>
      <dsp:spPr>
        <a:xfrm>
          <a:off x="237455" y="1126662"/>
          <a:ext cx="2137097" cy="1357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Baseline</a:t>
          </a:r>
        </a:p>
      </dsp:txBody>
      <dsp:txXfrm>
        <a:off x="277202" y="1166409"/>
        <a:ext cx="2057603" cy="1277562"/>
      </dsp:txXfrm>
    </dsp:sp>
    <dsp:sp modelId="{6E41AE9F-23BD-DD46-83C9-85F555320E83}">
      <dsp:nvSpPr>
        <dsp:cNvPr id="0" name=""/>
        <dsp:cNvSpPr/>
      </dsp:nvSpPr>
      <dsp:spPr>
        <a:xfrm>
          <a:off x="2612007" y="901079"/>
          <a:ext cx="2137097" cy="1357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2F9A6-7E95-CF48-819E-17B349AB5B40}">
      <dsp:nvSpPr>
        <dsp:cNvPr id="0" name=""/>
        <dsp:cNvSpPr/>
      </dsp:nvSpPr>
      <dsp:spPr>
        <a:xfrm>
          <a:off x="2849462" y="1126662"/>
          <a:ext cx="2137097" cy="1357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User-Based CF</a:t>
          </a:r>
        </a:p>
      </dsp:txBody>
      <dsp:txXfrm>
        <a:off x="2889209" y="1166409"/>
        <a:ext cx="2057603" cy="1277562"/>
      </dsp:txXfrm>
    </dsp:sp>
    <dsp:sp modelId="{67919C58-A80A-A145-8F41-C8B9865ED207}">
      <dsp:nvSpPr>
        <dsp:cNvPr id="0" name=""/>
        <dsp:cNvSpPr/>
      </dsp:nvSpPr>
      <dsp:spPr>
        <a:xfrm>
          <a:off x="5224015" y="901079"/>
          <a:ext cx="2137097" cy="1357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5E409-B9AC-E64D-92C4-2735159FDC17}">
      <dsp:nvSpPr>
        <dsp:cNvPr id="0" name=""/>
        <dsp:cNvSpPr/>
      </dsp:nvSpPr>
      <dsp:spPr>
        <a:xfrm>
          <a:off x="5461470" y="1126662"/>
          <a:ext cx="2137097" cy="1357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Item-Based CF</a:t>
          </a:r>
        </a:p>
      </dsp:txBody>
      <dsp:txXfrm>
        <a:off x="5501217" y="1166409"/>
        <a:ext cx="2057603" cy="1277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875FA-C045-4FC1-A038-8AC77A85330A}">
      <dsp:nvSpPr>
        <dsp:cNvPr id="0" name=""/>
        <dsp:cNvSpPr/>
      </dsp:nvSpPr>
      <dsp:spPr>
        <a:xfrm>
          <a:off x="0" y="2000"/>
          <a:ext cx="4908899" cy="1013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A52B1-88DC-41D5-A1A1-5E525968A562}">
      <dsp:nvSpPr>
        <dsp:cNvPr id="0" name=""/>
        <dsp:cNvSpPr/>
      </dsp:nvSpPr>
      <dsp:spPr>
        <a:xfrm>
          <a:off x="306714" y="230135"/>
          <a:ext cx="557663" cy="5576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5D339-EEA0-4441-B9D1-35F23D933020}">
      <dsp:nvSpPr>
        <dsp:cNvPr id="0" name=""/>
        <dsp:cNvSpPr/>
      </dsp:nvSpPr>
      <dsp:spPr>
        <a:xfrm>
          <a:off x="1171092" y="2000"/>
          <a:ext cx="3737807" cy="1013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08" tIns="107308" rIns="107308" bIns="1073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React frontend</a:t>
          </a:r>
        </a:p>
      </dsp:txBody>
      <dsp:txXfrm>
        <a:off x="1171092" y="2000"/>
        <a:ext cx="3737807" cy="1013932"/>
      </dsp:txXfrm>
    </dsp:sp>
    <dsp:sp modelId="{308C54CB-A1F8-4E75-851C-8BC82D38814F}">
      <dsp:nvSpPr>
        <dsp:cNvPr id="0" name=""/>
        <dsp:cNvSpPr/>
      </dsp:nvSpPr>
      <dsp:spPr>
        <a:xfrm>
          <a:off x="0" y="1269416"/>
          <a:ext cx="4908899" cy="1013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D69462-C6D8-4FC3-8B34-2C41EDFDC696}">
      <dsp:nvSpPr>
        <dsp:cNvPr id="0" name=""/>
        <dsp:cNvSpPr/>
      </dsp:nvSpPr>
      <dsp:spPr>
        <a:xfrm>
          <a:off x="306714" y="1497551"/>
          <a:ext cx="557663" cy="5576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17116-0D61-4FB1-AD9E-4C09983C5315}">
      <dsp:nvSpPr>
        <dsp:cNvPr id="0" name=""/>
        <dsp:cNvSpPr/>
      </dsp:nvSpPr>
      <dsp:spPr>
        <a:xfrm>
          <a:off x="1171092" y="1269416"/>
          <a:ext cx="3737807" cy="1013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08" tIns="107308" rIns="107308" bIns="1073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Flask backend</a:t>
          </a:r>
        </a:p>
      </dsp:txBody>
      <dsp:txXfrm>
        <a:off x="1171092" y="1269416"/>
        <a:ext cx="3737807" cy="1013932"/>
      </dsp:txXfrm>
    </dsp:sp>
    <dsp:sp modelId="{6E79314F-FA6C-4398-83D4-9915A1C49091}">
      <dsp:nvSpPr>
        <dsp:cNvPr id="0" name=""/>
        <dsp:cNvSpPr/>
      </dsp:nvSpPr>
      <dsp:spPr>
        <a:xfrm>
          <a:off x="0" y="2536832"/>
          <a:ext cx="4908899" cy="1013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939B5-373C-4798-9B16-43BEBE7603A6}">
      <dsp:nvSpPr>
        <dsp:cNvPr id="0" name=""/>
        <dsp:cNvSpPr/>
      </dsp:nvSpPr>
      <dsp:spPr>
        <a:xfrm>
          <a:off x="306714" y="2764967"/>
          <a:ext cx="557663" cy="5576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9BE9C-E0DC-43F4-9DC5-E9EE6C157765}">
      <dsp:nvSpPr>
        <dsp:cNvPr id="0" name=""/>
        <dsp:cNvSpPr/>
      </dsp:nvSpPr>
      <dsp:spPr>
        <a:xfrm>
          <a:off x="1171092" y="2536832"/>
          <a:ext cx="3737807" cy="1013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08" tIns="107308" rIns="107308" bIns="1073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MySQL DB</a:t>
          </a:r>
        </a:p>
      </dsp:txBody>
      <dsp:txXfrm>
        <a:off x="1171092" y="2536832"/>
        <a:ext cx="3737807" cy="1013932"/>
      </dsp:txXfrm>
    </dsp:sp>
    <dsp:sp modelId="{1FE5BB6F-0CC5-4B49-9D8D-091A31896F8F}">
      <dsp:nvSpPr>
        <dsp:cNvPr id="0" name=""/>
        <dsp:cNvSpPr/>
      </dsp:nvSpPr>
      <dsp:spPr>
        <a:xfrm>
          <a:off x="0" y="3804248"/>
          <a:ext cx="4908899" cy="1013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8AB7B-035E-4BD4-808C-14EE39B10AF3}">
      <dsp:nvSpPr>
        <dsp:cNvPr id="0" name=""/>
        <dsp:cNvSpPr/>
      </dsp:nvSpPr>
      <dsp:spPr>
        <a:xfrm>
          <a:off x="306714" y="4032383"/>
          <a:ext cx="557663" cy="5576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D1361-5B7B-4981-86E3-56C4D3BE5BC3}">
      <dsp:nvSpPr>
        <dsp:cNvPr id="0" name=""/>
        <dsp:cNvSpPr/>
      </dsp:nvSpPr>
      <dsp:spPr>
        <a:xfrm>
          <a:off x="1171092" y="3804248"/>
          <a:ext cx="3737807" cy="1013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08" tIns="107308" rIns="107308" bIns="1073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Run</a:t>
          </a:r>
        </a:p>
      </dsp:txBody>
      <dsp:txXfrm>
        <a:off x="1171092" y="3804248"/>
        <a:ext cx="3737807" cy="1013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313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“Hi my name is Mehrshad Bagherebadian, and I’m a fourth-year Computer Science major. With  concentration in AI and minors in data science and CMSE</a:t>
            </a:r>
            <a:br>
              <a:rPr lang="en-US" dirty="0"/>
            </a:br>
            <a:r>
              <a:rPr lang="en-US" dirty="0"/>
              <a:t>Today I’ll be presenting my project on a </a:t>
            </a:r>
            <a:r>
              <a:rPr lang="en-US" dirty="0" err="1"/>
              <a:t>MovieLens</a:t>
            </a:r>
            <a:r>
              <a:rPr lang="en-US" dirty="0"/>
              <a:t> recommendation system.</a:t>
            </a:r>
            <a:br>
              <a:rPr lang="en-US" dirty="0"/>
            </a:br>
            <a:r>
              <a:rPr lang="en-US" dirty="0"/>
              <a:t>This project focuses on building a collaborative filtering model to generate personalized movie recommendations, along with deploying it as a full-stack application in the cloud.</a:t>
            </a:r>
            <a:br>
              <a:rPr lang="en-US" dirty="0"/>
            </a:br>
            <a:r>
              <a:rPr lang="en-US" dirty="0"/>
              <a:t>I’ll walk through the dataset, the modeling approach, key challenges, and the final results.”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goal of this project is to build a recommendation system that can predict user movie preferences based on past ratings.</a:t>
            </a:r>
            <a:br>
              <a:rPr lang="en-US" dirty="0"/>
            </a:br>
            <a:r>
              <a:rPr lang="en-US" dirty="0"/>
              <a:t>We use collaborative filtering to learn patterns from user interactions with movies.</a:t>
            </a:r>
            <a:br>
              <a:rPr lang="en-US" dirty="0"/>
            </a:br>
            <a:r>
              <a:rPr lang="en-US" dirty="0"/>
              <a:t>In addition to prediction, we compare different collaborative filtering approaches, specifically user-based and item-based models, to determine which performs better.</a:t>
            </a:r>
            <a:br>
              <a:rPr lang="en-US" dirty="0"/>
            </a:br>
            <a:r>
              <a:rPr lang="en-US" dirty="0"/>
              <a:t>Finally, the objective is to deploy the entire system as a working application, demonstrating not just the model, but a complete end-to-end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“For this project, I used the </a:t>
            </a:r>
            <a:r>
              <a:rPr lang="en-US" dirty="0" err="1"/>
              <a:t>MovieLens</a:t>
            </a:r>
            <a:r>
              <a:rPr lang="en-US" dirty="0"/>
              <a:t> dataset, which is a widely used benchmark for recommendation systems.</a:t>
            </a:r>
            <a:br>
              <a:rPr lang="en-US" dirty="0"/>
            </a:br>
            <a:r>
              <a:rPr lang="en-US" dirty="0"/>
              <a:t>It contains over 100,000 ratings from 610 users across more than 9,700 movies.</a:t>
            </a:r>
            <a:br>
              <a:rPr lang="en-US" dirty="0"/>
            </a:br>
            <a:r>
              <a:rPr lang="en-US" dirty="0"/>
              <a:t>Each rating represents a user’s preference for a specific movie on a scale from 1 to 5.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addition to the ratings data, the dataset includes movie metadata such as titles and genres.</a:t>
            </a:r>
            <a:br>
              <a:rPr lang="en-US" dirty="0"/>
            </a:br>
            <a:r>
              <a:rPr lang="en-US" dirty="0"/>
              <a:t>I structured the data into multiple tables, including ratings, movies, and a processed version where genres are one-hot encoded.</a:t>
            </a:r>
            <a:br>
              <a:rPr lang="en-US" dirty="0"/>
            </a:br>
            <a:r>
              <a:rPr lang="en-US" dirty="0"/>
              <a:t>I also created a merged dataset that combines user ratings with movie information, which is what the model ultimately uses.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One of the most important characteristics of this dataset is that it forms a very sparse user-item matrix.</a:t>
            </a:r>
            <a:br>
              <a:rPr lang="en-US" dirty="0"/>
            </a:br>
            <a:r>
              <a:rPr lang="en-US" dirty="0"/>
              <a:t>This means that most users have rated only a small fraction of the available movies, leaving the majority of the matrix empty.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sparsity is a key challenge in recommendation systems, and it directly impacts how well different models perform, especially when comparing user-based and item-based collaborative filtering.”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“Before building the models, I performed several preprocessing steps to transform the raw data into a format suitable for collaborative filtering.</a:t>
            </a:r>
            <a:br>
              <a:rPr lang="en-US" dirty="0"/>
            </a:br>
            <a:r>
              <a:rPr lang="en-US" dirty="0"/>
              <a:t>First, I cleaned the data by removing inconsistencies and ensuring all ratings and movie entries were valid.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Next, I merged the ratings and movies tables to create a unified dataset that links each user rating with the corresponding movie information, such as title and genres.</a:t>
            </a:r>
            <a:br>
              <a:rPr lang="en-US" dirty="0"/>
            </a:br>
            <a:r>
              <a:rPr lang="en-US" dirty="0"/>
              <a:t>This step is important because the model needs both user interactions and item metadata.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 then applied one-hot encoding to the movie genres.</a:t>
            </a:r>
            <a:br>
              <a:rPr lang="en-US" dirty="0"/>
            </a:br>
            <a:r>
              <a:rPr lang="en-US" dirty="0"/>
              <a:t>This converts categorical genre information into a numerical format, allowing it to be used for analysis and potential feature-based extensions.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I converted the timestamps into a readable datetime format.</a:t>
            </a:r>
            <a:br>
              <a:rPr lang="en-US" dirty="0"/>
            </a:br>
            <a:r>
              <a:rPr lang="en-US" dirty="0"/>
              <a:t>While timestamps are not directly used in the basic collaborative filtering model, they provide useful temporal context and make the dataset easier to interpret and analyze.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Overall, these preprocessing steps were critical to ensuring the data was clean, structured, and ready for building accurate recommendation models.”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Here are some exploratory visualizations to better understand the dataset before modeling.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the top left, we see the distribution of ratings. Most ratings are concentrated between 3 and 5, which shows a positive bias—users tend to rate movies they like.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On the top right, we see the distribution of ratings per user. This is highly skewed, meaning a small number of users rate a lot of movies, while most users rate very few.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Similarly, in the bottom left, the number of ratings per movie is also skewed. A few popular movies receive many ratings, while most movies receive very few.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the bottom right shows the distribution of movies by genre, with genres like Drama and Comedy being the most common.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Overall, these plots highlight the sparsity and imbalance in the dataset, which is an important challenge for collaborative filtering models.”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 compared three models using train-test split and evaluated them using RMSE and 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Item-based collaborative filtering performed best due to data sparsity and more stable similarities.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“One of the most important findings from our project is that item-based collaborative filtering outperformed user-based collaborative filtering.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On the right, we see plots comparing actual ratings to predicted ratings for both models. Ideally, predictions should align closely with actual values.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item-based model shows tighter clustering and more consistent predictions, while the user-based model shows more spread and variability, indicating less accurate predictions.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main reason for this difference is data sparsity. In this dataset, most users rate only a small number of movies, which makes it difficult to reliably compute user-to-user similarity.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contrast, movies tend to accumulate more ratings overall, so item-to-item similarities are more stable and better estimated.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As a result, the item-based model was able to achieve lower error and better overall performance.”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system is fully containerized and deployed on Google Cloud Run with a backend API and frontend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dashboard allows login, viewing rated movies, </a:t>
            </a:r>
            <a:r>
              <a:rPr lang="en-US" dirty="0"/>
              <a:t>receive </a:t>
            </a:r>
            <a:r>
              <a:rPr dirty="0"/>
              <a:t>recommendations</a:t>
            </a:r>
            <a:r>
              <a:rPr lang="en-US" dirty="0"/>
              <a:t> for movies they like</a:t>
            </a:r>
            <a:r>
              <a:rPr dirty="0"/>
              <a:t>, and </a:t>
            </a:r>
            <a:r>
              <a:rPr lang="en-US" dirty="0"/>
              <a:t>see </a:t>
            </a:r>
            <a:r>
              <a:rPr dirty="0"/>
              <a:t>similar users</a:t>
            </a:r>
            <a:r>
              <a:rPr lang="en-US" dirty="0"/>
              <a:t> who also reviewed the same as them.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“A major challenge in this project was the high sparsity of the dataset, with about 98% missing values, making it difficult to learn reliable patterns.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We also faced the cold start problem, where new users or movies have little to no data, so recommendations are less accurate.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Another issue was unstable user similarity, since most users have very little overlap in rated movies.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models were also sensitive to hyperparameters like the number of neighbors, which affected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scalability is a concern, since computing similarity matrices can be expensive for large datasets.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These challenges are why item-based methods performed better in our case.”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“In conclusion, we found that item-based collaborative filtering consistently outperformed user-based methods, achieving the lowest RMSE and MAE.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main reason for this was dataset sparsity, which made user-based similarity unreliable due to limited overlap between users.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We also saw that preprocessing and feature engineering played an important role in improving model stability and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Despite the sparsity, the model was still able to learn meaningful patterns in user preferences and generate useful recommendations.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Overall, this project demonstrates how collaborative filtering can still be effective, even with limited and sparse data, when the right approach is chosen.”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6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7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5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6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4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5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0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6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3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88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5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46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7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8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1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0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se482-frontend-816507479795.us-central1.run.app/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MovieLens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Collaborative Filtering • Full Stack • Cloud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&amp;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C253D8-84A2-D26B-E939-43AC334FE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674388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2381" y="0"/>
            <a:ext cx="9141618" cy="2284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/>
            <a:r>
              <a:rPr lang="en-US" sz="38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31EB43-1079-53A2-11A4-C50444123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274695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C1643A-486E-067D-5F2B-22123141A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21616"/>
              </p:ext>
            </p:extLst>
          </p:nvPr>
        </p:nvGraphicFramePr>
        <p:xfrm>
          <a:off x="319704" y="3901440"/>
          <a:ext cx="6018028" cy="2956560"/>
        </p:xfrm>
        <a:graphic>
          <a:graphicData uri="http://schemas.openxmlformats.org/drawingml/2006/table">
            <a:tbl>
              <a:tblPr/>
              <a:tblGrid>
                <a:gridCol w="3009014">
                  <a:extLst>
                    <a:ext uri="{9D8B030D-6E8A-4147-A177-3AD203B41FA5}">
                      <a16:colId xmlns:a16="http://schemas.microsoft.com/office/drawing/2014/main" val="2880396617"/>
                    </a:ext>
                  </a:extLst>
                </a:gridCol>
                <a:gridCol w="3009014">
                  <a:extLst>
                    <a:ext uri="{9D8B030D-6E8A-4147-A177-3AD203B41FA5}">
                      <a16:colId xmlns:a16="http://schemas.microsoft.com/office/drawing/2014/main" val="1315631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Table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04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ratings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User-movie rating records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74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movies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Movie title and genre metadata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555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movies_genres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Movie metadata with one-hot encoded genres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84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ratings_with_movies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Merged ratings and movie metadata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62692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US"/>
              <a:t>Data Preprocessing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42AA568-340D-5332-15E6-310A92EAB3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950324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Visualizations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3E29F-C896-784C-A3E3-26C55C89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75" y="1792717"/>
            <a:ext cx="3886200" cy="2202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E11CDF-EA10-4402-058F-0CA32C32D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9" y="1792717"/>
            <a:ext cx="3886200" cy="2202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081ED-461B-C558-AB11-E9DE988EA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78" y="4334414"/>
            <a:ext cx="3897497" cy="2202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CA6CC-7185-81D8-60D8-98792EC7F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4367257"/>
            <a:ext cx="3932734" cy="2170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Models Compared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50CE2B-1D4D-DDAB-0055-4C1AB1441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350058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Baseline RMSE: 0.94</a:t>
            </a:r>
          </a:p>
          <a:p>
            <a:r>
              <a:rPr dirty="0"/>
              <a:t>User CF RMSE: 0.97</a:t>
            </a:r>
          </a:p>
          <a:p>
            <a:r>
              <a:rPr dirty="0"/>
              <a:t>Item CF RMSE: 0.90 (best)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4D74B-67F4-AF96-9C0A-51BD67D26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039" y="903818"/>
            <a:ext cx="4381500" cy="247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48C8CC-8B08-4714-D41E-36671869E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039" y="3771899"/>
            <a:ext cx="43815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Item-based &gt; User-based</a:t>
            </a:r>
          </a:p>
          <a:p>
            <a:r>
              <a:rPr dirty="0"/>
              <a:t>Due to sparsity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B83EE-72B0-ED81-CC5C-1D81FA77A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17500"/>
            <a:ext cx="3111500" cy="311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7B77E-3E37-4FDE-BD37-1B94747C1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601646"/>
            <a:ext cx="3111500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D21642-23A7-19C7-2199-3497FDC59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803025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227">
            <a:extLst>
              <a:ext uri="{FF2B5EF4-FFF2-40B4-BE49-F238E27FC236}">
                <a16:creationId xmlns:a16="http://schemas.microsoft.com/office/drawing/2014/main" id="{E5AA88FA-FA9B-40A0-AB33-86E7729DA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57" y="1756147"/>
            <a:ext cx="3807173" cy="2601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Web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B32B4-7220-1809-63DA-AA8945C469A3}"/>
              </a:ext>
            </a:extLst>
          </p:cNvPr>
          <p:cNvSpPr txBox="1"/>
          <p:nvPr/>
        </p:nvSpPr>
        <p:spPr>
          <a:xfrm>
            <a:off x="365157" y="4357159"/>
            <a:ext cx="3807173" cy="9144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cap="al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A34F8-61C9-00A4-72AE-2A6BA565A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808" y="1432046"/>
            <a:ext cx="1978621" cy="1899475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55531-D102-1FED-7E03-B9D0A9308E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78" y="1471618"/>
            <a:ext cx="1978621" cy="1859903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D60D8B-EE5E-BD19-C605-5C34038298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808" y="3522111"/>
            <a:ext cx="4090591" cy="222937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06DC18-ECEE-03B0-1B65-3923C060786F}"/>
              </a:ext>
            </a:extLst>
          </p:cNvPr>
          <p:cNvSpPr txBox="1"/>
          <p:nvPr/>
        </p:nvSpPr>
        <p:spPr>
          <a:xfrm>
            <a:off x="688668" y="4503152"/>
            <a:ext cx="3723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8"/>
              </a:rPr>
              <a:t>https://cse482-frontend-816507479795.us-central1.run.app/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Highly Sparse Dataset (~98% missing values)</a:t>
            </a:r>
            <a:endParaRPr lang="en-US" dirty="0"/>
          </a:p>
          <a:p>
            <a:r>
              <a:rPr lang="en-US" b="1" dirty="0"/>
              <a:t>Cold Start Problem for New Users and Movies</a:t>
            </a:r>
            <a:endParaRPr lang="en-US" dirty="0"/>
          </a:p>
          <a:p>
            <a:r>
              <a:rPr lang="en-US" b="1" dirty="0"/>
              <a:t>Unstable User Similarity due to Limited Overlap</a:t>
            </a:r>
            <a:endParaRPr lang="en-US" dirty="0"/>
          </a:p>
          <a:p>
            <a:r>
              <a:rPr lang="en-US" b="1" dirty="0"/>
              <a:t>Sensitivity to Hyperparameters (Top-K neighbors)</a:t>
            </a:r>
            <a:endParaRPr lang="en-US" dirty="0"/>
          </a:p>
          <a:p>
            <a:r>
              <a:rPr lang="en-US" b="1" dirty="0"/>
              <a:t>Scalability Challenges in Similarity Computation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Item-Based Collaborative Filtering Outperformed Alternatives (Lowest RMSE/MAE)</a:t>
            </a:r>
            <a:endParaRPr lang="en-US" dirty="0"/>
          </a:p>
          <a:p>
            <a:r>
              <a:rPr lang="en-US" b="1" dirty="0"/>
              <a:t>Dataset Sparsity Was the Dominant Factor Affecting Model Performance</a:t>
            </a:r>
            <a:endParaRPr lang="en-US" dirty="0"/>
          </a:p>
          <a:p>
            <a:r>
              <a:rPr lang="en-US" b="1" dirty="0"/>
              <a:t>User-Based Filtering Suffered from Sparse User Overlap</a:t>
            </a:r>
            <a:endParaRPr lang="en-US" dirty="0"/>
          </a:p>
          <a:p>
            <a:r>
              <a:rPr lang="en-US" b="1" dirty="0"/>
              <a:t>Preprocessing and Feature Engineering Significantly Improved Model Stability</a:t>
            </a:r>
            <a:endParaRPr lang="en-US" dirty="0"/>
          </a:p>
          <a:p>
            <a:r>
              <a:rPr lang="en-US" b="1" dirty="0"/>
              <a:t>The Model Successfully Learned Meaningful User Preferences from Limited Data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91</TotalTime>
  <Words>1421</Words>
  <Application>Microsoft Macintosh PowerPoint</Application>
  <PresentationFormat>On-screen Show (4:3)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MovieLens Recommendation System</vt:lpstr>
      <vt:lpstr>Problem &amp; Objective</vt:lpstr>
      <vt:lpstr>Dataset Overview</vt:lpstr>
      <vt:lpstr>Data Preprocessing</vt:lpstr>
      <vt:lpstr>Exploratory Visualizations</vt:lpstr>
      <vt:lpstr>Models Compared</vt:lpstr>
      <vt:lpstr>Model Results</vt:lpstr>
      <vt:lpstr>Key Insight</vt:lpstr>
      <vt:lpstr>System Architecture</vt:lpstr>
      <vt:lpstr>Web Application</vt:lpstr>
      <vt:lpstr>Challenges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Bagherebadian, Mehrshad</cp:lastModifiedBy>
  <cp:revision>2</cp:revision>
  <dcterms:created xsi:type="dcterms:W3CDTF">2013-01-27T09:14:16Z</dcterms:created>
  <dcterms:modified xsi:type="dcterms:W3CDTF">2026-05-05T03:01:26Z</dcterms:modified>
  <cp:category/>
</cp:coreProperties>
</file>